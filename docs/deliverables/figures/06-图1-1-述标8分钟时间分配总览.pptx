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20113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88" y="1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6EAD8-4AF5-42EA-AA57-A08EA86AE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329175"/>
            <a:ext cx="6858000" cy="700252"/>
          </a:xfrm>
        </p:spPr>
        <p:txBody>
          <a:bodyPr anchor="b"/>
          <a:lstStyle>
            <a:lvl1pPr algn="ctr">
              <a:defRPr sz="132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1969C2-FDD0-45CF-90BA-A4243A0BE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1056431"/>
            <a:ext cx="6858000" cy="485614"/>
          </a:xfrm>
        </p:spPr>
        <p:txBody>
          <a:bodyPr/>
          <a:lstStyle>
            <a:lvl1pPr marL="0" indent="0" algn="ctr">
              <a:buNone/>
              <a:defRPr sz="528"/>
            </a:lvl1pPr>
            <a:lvl2pPr marL="100573" indent="0" algn="ctr">
              <a:buNone/>
              <a:defRPr sz="440"/>
            </a:lvl2pPr>
            <a:lvl3pPr marL="201145" indent="0" algn="ctr">
              <a:buNone/>
              <a:defRPr sz="396"/>
            </a:lvl3pPr>
            <a:lvl4pPr marL="301718" indent="0" algn="ctr">
              <a:buNone/>
              <a:defRPr sz="352"/>
            </a:lvl4pPr>
            <a:lvl5pPr marL="402290" indent="0" algn="ctr">
              <a:buNone/>
              <a:defRPr sz="352"/>
            </a:lvl5pPr>
            <a:lvl6pPr marL="502863" indent="0" algn="ctr">
              <a:buNone/>
              <a:defRPr sz="352"/>
            </a:lvl6pPr>
            <a:lvl7pPr marL="603435" indent="0" algn="ctr">
              <a:buNone/>
              <a:defRPr sz="352"/>
            </a:lvl7pPr>
            <a:lvl8pPr marL="704008" indent="0" algn="ctr">
              <a:buNone/>
              <a:defRPr sz="352"/>
            </a:lvl8pPr>
            <a:lvl9pPr marL="804581" indent="0" algn="ctr">
              <a:buNone/>
              <a:defRPr sz="352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1E7BFA-506D-4BCB-909C-4FE3B92D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3D4E-409D-4DDC-8876-F7039413488B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39E2F6-C62C-4C02-B95C-42FE2E69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A90B37-86BE-4A34-A3FF-E72BD0ED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323E-9A4D-48FB-9BA8-497FAF21A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419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389A27-B09B-454B-B51F-62CB4879A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31E92-55BC-404E-8FAC-B68BC8B26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465672-B17B-4D56-BE4A-FDC58477D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3D4E-409D-4DDC-8876-F7039413488B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AAFA7-F5ED-4B91-8019-297D0EF5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DE182A-9736-461E-9D03-7D85EDEB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323E-9A4D-48FB-9BA8-497FAF21A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714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4EFB8-6577-4796-B1C2-980DC0A33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501445"/>
            <a:ext cx="7886700" cy="836671"/>
          </a:xfrm>
        </p:spPr>
        <p:txBody>
          <a:bodyPr anchor="b"/>
          <a:lstStyle>
            <a:lvl1pPr>
              <a:defRPr sz="132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8667C7-F501-476E-8E06-70A60C87E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346031"/>
            <a:ext cx="7886700" cy="439986"/>
          </a:xfrm>
        </p:spPr>
        <p:txBody>
          <a:bodyPr/>
          <a:lstStyle>
            <a:lvl1pPr marL="0" indent="0">
              <a:buNone/>
              <a:defRPr sz="528">
                <a:solidFill>
                  <a:schemeClr val="tx1">
                    <a:tint val="75000"/>
                  </a:schemeClr>
                </a:solidFill>
              </a:defRPr>
            </a:lvl1pPr>
            <a:lvl2pPr marL="100573" indent="0">
              <a:buNone/>
              <a:defRPr sz="440">
                <a:solidFill>
                  <a:schemeClr val="tx1">
                    <a:tint val="75000"/>
                  </a:schemeClr>
                </a:solidFill>
              </a:defRPr>
            </a:lvl2pPr>
            <a:lvl3pPr marL="201145" indent="0">
              <a:buNone/>
              <a:defRPr sz="396">
                <a:solidFill>
                  <a:schemeClr val="tx1">
                    <a:tint val="75000"/>
                  </a:schemeClr>
                </a:solidFill>
              </a:defRPr>
            </a:lvl3pPr>
            <a:lvl4pPr marL="301718" indent="0">
              <a:buNone/>
              <a:defRPr sz="352">
                <a:solidFill>
                  <a:schemeClr val="tx1">
                    <a:tint val="75000"/>
                  </a:schemeClr>
                </a:solidFill>
              </a:defRPr>
            </a:lvl4pPr>
            <a:lvl5pPr marL="402290" indent="0">
              <a:buNone/>
              <a:defRPr sz="352">
                <a:solidFill>
                  <a:schemeClr val="tx1">
                    <a:tint val="75000"/>
                  </a:schemeClr>
                </a:solidFill>
              </a:defRPr>
            </a:lvl5pPr>
            <a:lvl6pPr marL="502863" indent="0">
              <a:buNone/>
              <a:defRPr sz="352">
                <a:solidFill>
                  <a:schemeClr val="tx1">
                    <a:tint val="75000"/>
                  </a:schemeClr>
                </a:solidFill>
              </a:defRPr>
            </a:lvl6pPr>
            <a:lvl7pPr marL="603435" indent="0">
              <a:buNone/>
              <a:defRPr sz="352">
                <a:solidFill>
                  <a:schemeClr val="tx1">
                    <a:tint val="75000"/>
                  </a:schemeClr>
                </a:solidFill>
              </a:defRPr>
            </a:lvl7pPr>
            <a:lvl8pPr marL="704008" indent="0">
              <a:buNone/>
              <a:defRPr sz="352">
                <a:solidFill>
                  <a:schemeClr val="tx1">
                    <a:tint val="75000"/>
                  </a:schemeClr>
                </a:solidFill>
              </a:defRPr>
            </a:lvl8pPr>
            <a:lvl9pPr marL="804581" indent="0">
              <a:buNone/>
              <a:defRPr sz="35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5A5BAC-DC7E-498A-AC3D-109F66DE4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3D4E-409D-4DDC-8876-F7039413488B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C31987-9418-472C-A119-B8EF5DFF4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F1FB19-43F0-40B3-8146-D061C3AB5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323E-9A4D-48FB-9BA8-497FAF21A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81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AC201-8872-4ABE-9B62-82C64549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85441-E371-461C-BE69-2DB31CC1A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535432"/>
            <a:ext cx="3886200" cy="1276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425B4D-98CC-467A-A28C-CDA9429EA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535432"/>
            <a:ext cx="3886200" cy="1276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7992AA-5B13-4142-87D1-1B4F1023E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3D4E-409D-4DDC-8876-F7039413488B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C7B9A2-2122-461A-9D10-E90FFD114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D5DE2B-0883-4C87-B367-6ECB7DA8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323E-9A4D-48FB-9BA8-497FAF21A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669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7BB91-31E7-4477-A999-087BBC75F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07087"/>
            <a:ext cx="7886700" cy="38877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1F0D8C-34FE-4E56-987F-E1DFF1910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493063"/>
            <a:ext cx="3868340" cy="241643"/>
          </a:xfrm>
        </p:spPr>
        <p:txBody>
          <a:bodyPr anchor="b"/>
          <a:lstStyle>
            <a:lvl1pPr marL="0" indent="0">
              <a:buNone/>
              <a:defRPr sz="528" b="1"/>
            </a:lvl1pPr>
            <a:lvl2pPr marL="100573" indent="0">
              <a:buNone/>
              <a:defRPr sz="440" b="1"/>
            </a:lvl2pPr>
            <a:lvl3pPr marL="201145" indent="0">
              <a:buNone/>
              <a:defRPr sz="396" b="1"/>
            </a:lvl3pPr>
            <a:lvl4pPr marL="301718" indent="0">
              <a:buNone/>
              <a:defRPr sz="352" b="1"/>
            </a:lvl4pPr>
            <a:lvl5pPr marL="402290" indent="0">
              <a:buNone/>
              <a:defRPr sz="352" b="1"/>
            </a:lvl5pPr>
            <a:lvl6pPr marL="502863" indent="0">
              <a:buNone/>
              <a:defRPr sz="352" b="1"/>
            </a:lvl6pPr>
            <a:lvl7pPr marL="603435" indent="0">
              <a:buNone/>
              <a:defRPr sz="352" b="1"/>
            </a:lvl7pPr>
            <a:lvl8pPr marL="704008" indent="0">
              <a:buNone/>
              <a:defRPr sz="352" b="1"/>
            </a:lvl8pPr>
            <a:lvl9pPr marL="804581" indent="0">
              <a:buNone/>
              <a:defRPr sz="35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E4C614-7A1E-4B50-8301-534D6E3FD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734706"/>
            <a:ext cx="3868340" cy="10806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77F48E-38E2-45FA-A511-3CBAA8208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493063"/>
            <a:ext cx="3887391" cy="241643"/>
          </a:xfrm>
        </p:spPr>
        <p:txBody>
          <a:bodyPr anchor="b"/>
          <a:lstStyle>
            <a:lvl1pPr marL="0" indent="0">
              <a:buNone/>
              <a:defRPr sz="528" b="1"/>
            </a:lvl1pPr>
            <a:lvl2pPr marL="100573" indent="0">
              <a:buNone/>
              <a:defRPr sz="440" b="1"/>
            </a:lvl2pPr>
            <a:lvl3pPr marL="201145" indent="0">
              <a:buNone/>
              <a:defRPr sz="396" b="1"/>
            </a:lvl3pPr>
            <a:lvl4pPr marL="301718" indent="0">
              <a:buNone/>
              <a:defRPr sz="352" b="1"/>
            </a:lvl4pPr>
            <a:lvl5pPr marL="402290" indent="0">
              <a:buNone/>
              <a:defRPr sz="352" b="1"/>
            </a:lvl5pPr>
            <a:lvl6pPr marL="502863" indent="0">
              <a:buNone/>
              <a:defRPr sz="352" b="1"/>
            </a:lvl6pPr>
            <a:lvl7pPr marL="603435" indent="0">
              <a:buNone/>
              <a:defRPr sz="352" b="1"/>
            </a:lvl7pPr>
            <a:lvl8pPr marL="704008" indent="0">
              <a:buNone/>
              <a:defRPr sz="352" b="1"/>
            </a:lvl8pPr>
            <a:lvl9pPr marL="804581" indent="0">
              <a:buNone/>
              <a:defRPr sz="352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E3EFF92-A208-41B6-B817-9A2ED710EE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734706"/>
            <a:ext cx="3887391" cy="10806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5ADBA1D-DEE5-466E-8E4F-059A685CB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3D4E-409D-4DDC-8876-F7039413488B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86E214B-DD5E-4474-8F92-054F1D678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9F1721-068A-45ED-8669-73D004D94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323E-9A4D-48FB-9BA8-497FAF21A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59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85CFDF-28F9-446A-B7CB-A85720BC8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4EAC1F-C518-4180-8F54-05BF74D82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3D4E-409D-4DDC-8876-F7039413488B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15AD21-30F6-4825-BE32-BB82139F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7078909-D214-4723-8EAD-3D170659C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323E-9A4D-48FB-9BA8-497FAF21A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380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422B0C9-F2CB-41DC-BD5C-B1D7388EE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3D4E-409D-4DDC-8876-F7039413488B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BEE20B-E995-4D89-9575-C9FBBD16A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9B6420-8D47-4DB7-96AF-76478539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323E-9A4D-48FB-9BA8-497FAF21A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162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19FAC-7633-46E9-B2EE-466BECE0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4091"/>
            <a:ext cx="2949178" cy="469318"/>
          </a:xfrm>
        </p:spPr>
        <p:txBody>
          <a:bodyPr anchor="b"/>
          <a:lstStyle>
            <a:lvl1pPr>
              <a:defRPr sz="70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1328F9-6150-443F-B12C-4F657788A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289600"/>
            <a:ext cx="4629150" cy="1429371"/>
          </a:xfrm>
        </p:spPr>
        <p:txBody>
          <a:bodyPr/>
          <a:lstStyle>
            <a:lvl1pPr>
              <a:defRPr sz="704"/>
            </a:lvl1pPr>
            <a:lvl2pPr>
              <a:defRPr sz="616"/>
            </a:lvl2pPr>
            <a:lvl3pPr>
              <a:defRPr sz="528"/>
            </a:lvl3pPr>
            <a:lvl4pPr>
              <a:defRPr sz="440"/>
            </a:lvl4pPr>
            <a:lvl5pPr>
              <a:defRPr sz="440"/>
            </a:lvl5pPr>
            <a:lvl6pPr>
              <a:defRPr sz="440"/>
            </a:lvl6pPr>
            <a:lvl7pPr>
              <a:defRPr sz="440"/>
            </a:lvl7pPr>
            <a:lvl8pPr>
              <a:defRPr sz="440"/>
            </a:lvl8pPr>
            <a:lvl9pPr>
              <a:defRPr sz="44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F659B2-9567-44FE-B798-F3306B727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603409"/>
            <a:ext cx="2949178" cy="1117890"/>
          </a:xfrm>
        </p:spPr>
        <p:txBody>
          <a:bodyPr/>
          <a:lstStyle>
            <a:lvl1pPr marL="0" indent="0">
              <a:buNone/>
              <a:defRPr sz="352"/>
            </a:lvl1pPr>
            <a:lvl2pPr marL="100573" indent="0">
              <a:buNone/>
              <a:defRPr sz="308"/>
            </a:lvl2pPr>
            <a:lvl3pPr marL="201145" indent="0">
              <a:buNone/>
              <a:defRPr sz="264"/>
            </a:lvl3pPr>
            <a:lvl4pPr marL="301718" indent="0">
              <a:buNone/>
              <a:defRPr sz="220"/>
            </a:lvl4pPr>
            <a:lvl5pPr marL="402290" indent="0">
              <a:buNone/>
              <a:defRPr sz="220"/>
            </a:lvl5pPr>
            <a:lvl6pPr marL="502863" indent="0">
              <a:buNone/>
              <a:defRPr sz="220"/>
            </a:lvl6pPr>
            <a:lvl7pPr marL="603435" indent="0">
              <a:buNone/>
              <a:defRPr sz="220"/>
            </a:lvl7pPr>
            <a:lvl8pPr marL="704008" indent="0">
              <a:buNone/>
              <a:defRPr sz="220"/>
            </a:lvl8pPr>
            <a:lvl9pPr marL="804581" indent="0">
              <a:buNone/>
              <a:defRPr sz="2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368622-B3D8-4D7E-B315-6E1352C5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3D4E-409D-4DDC-8876-F7039413488B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013688-DDA6-4A7F-807A-EE8C339C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11054-93BF-4CF4-AD0C-38B20E52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323E-9A4D-48FB-9BA8-497FAF21A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8566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47E591-2D5D-4D4B-8866-B2D8A384E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134091"/>
            <a:ext cx="2949178" cy="469318"/>
          </a:xfrm>
        </p:spPr>
        <p:txBody>
          <a:bodyPr anchor="b"/>
          <a:lstStyle>
            <a:lvl1pPr>
              <a:defRPr sz="70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6E9CC9-F080-4F5D-B0A7-B168895980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289600"/>
            <a:ext cx="4629150" cy="1429371"/>
          </a:xfrm>
        </p:spPr>
        <p:txBody>
          <a:bodyPr/>
          <a:lstStyle>
            <a:lvl1pPr marL="0" indent="0">
              <a:buNone/>
              <a:defRPr sz="704"/>
            </a:lvl1pPr>
            <a:lvl2pPr marL="100573" indent="0">
              <a:buNone/>
              <a:defRPr sz="616"/>
            </a:lvl2pPr>
            <a:lvl3pPr marL="201145" indent="0">
              <a:buNone/>
              <a:defRPr sz="528"/>
            </a:lvl3pPr>
            <a:lvl4pPr marL="301718" indent="0">
              <a:buNone/>
              <a:defRPr sz="440"/>
            </a:lvl4pPr>
            <a:lvl5pPr marL="402290" indent="0">
              <a:buNone/>
              <a:defRPr sz="440"/>
            </a:lvl5pPr>
            <a:lvl6pPr marL="502863" indent="0">
              <a:buNone/>
              <a:defRPr sz="440"/>
            </a:lvl6pPr>
            <a:lvl7pPr marL="603435" indent="0">
              <a:buNone/>
              <a:defRPr sz="440"/>
            </a:lvl7pPr>
            <a:lvl8pPr marL="704008" indent="0">
              <a:buNone/>
              <a:defRPr sz="440"/>
            </a:lvl8pPr>
            <a:lvl9pPr marL="804581" indent="0">
              <a:buNone/>
              <a:defRPr sz="44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B848DE-FFF0-4069-A353-C9775DE6C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603409"/>
            <a:ext cx="2949178" cy="1117890"/>
          </a:xfrm>
        </p:spPr>
        <p:txBody>
          <a:bodyPr/>
          <a:lstStyle>
            <a:lvl1pPr marL="0" indent="0">
              <a:buNone/>
              <a:defRPr sz="352"/>
            </a:lvl1pPr>
            <a:lvl2pPr marL="100573" indent="0">
              <a:buNone/>
              <a:defRPr sz="308"/>
            </a:lvl2pPr>
            <a:lvl3pPr marL="201145" indent="0">
              <a:buNone/>
              <a:defRPr sz="264"/>
            </a:lvl3pPr>
            <a:lvl4pPr marL="301718" indent="0">
              <a:buNone/>
              <a:defRPr sz="220"/>
            </a:lvl4pPr>
            <a:lvl5pPr marL="402290" indent="0">
              <a:buNone/>
              <a:defRPr sz="220"/>
            </a:lvl5pPr>
            <a:lvl6pPr marL="502863" indent="0">
              <a:buNone/>
              <a:defRPr sz="220"/>
            </a:lvl6pPr>
            <a:lvl7pPr marL="603435" indent="0">
              <a:buNone/>
              <a:defRPr sz="220"/>
            </a:lvl7pPr>
            <a:lvl8pPr marL="704008" indent="0">
              <a:buNone/>
              <a:defRPr sz="220"/>
            </a:lvl8pPr>
            <a:lvl9pPr marL="804581" indent="0">
              <a:buNone/>
              <a:defRPr sz="22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1A83F0-51F4-4E5D-84D4-2D3978371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3D4E-409D-4DDC-8876-F7039413488B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D62BD8-B343-43A4-ABB5-78BB70FAA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FD2206-15FF-44E0-9A04-F52EFC75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323E-9A4D-48FB-9BA8-497FAF21A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054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3D50AB-D17A-4606-AA9E-22DE4394C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4AD8E8-4FD5-4BD8-A8EC-53ECB511B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4E4199-264F-4971-A4D5-AC35FB34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3D4E-409D-4DDC-8876-F7039413488B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BB4273-6B0E-43DA-88A7-15A9D465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8588B2-6F71-4D38-8FE0-073885AD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323E-9A4D-48FB-9BA8-497FAF21A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8495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BC8BA0-9906-454D-B32A-1AFA46A5A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107087"/>
            <a:ext cx="1971675" cy="170453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B537DFD-E2DD-41E2-816F-81E22FB0E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107087"/>
            <a:ext cx="5800725" cy="17045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7CF11E-AE8A-448B-8CAA-29BB6922C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3D4E-409D-4DDC-8876-F7039413488B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068A8-DDEA-498E-BC6B-374E0209E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53CCC6-AD9A-4D0E-8730-ECC2BE3D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C323E-9A4D-48FB-9BA8-497FAF21A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17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B8FFBDF-9289-4F9D-82B1-C81E1E1C6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7087"/>
            <a:ext cx="7886700" cy="388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BCD709-0368-46EA-BD39-7E479CF87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535432"/>
            <a:ext cx="7886700" cy="1276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167A03-A949-41C2-B46E-79A5D871B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1864236"/>
            <a:ext cx="2057400" cy="1070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23D4E-409D-4DDC-8876-F7039413488B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E6C9C8-CC9A-4341-834C-F725DC658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1864236"/>
            <a:ext cx="3086100" cy="1070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8F7CCA-F0AA-419E-A2CC-C5ABAB981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1864236"/>
            <a:ext cx="2057400" cy="1070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C323E-9A4D-48FB-9BA8-497FAF21A7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08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01145" rtl="0" eaLnBrk="1" latinLnBrk="0" hangingPunct="1">
        <a:lnSpc>
          <a:spcPct val="90000"/>
        </a:lnSpc>
        <a:spcBef>
          <a:spcPct val="0"/>
        </a:spcBef>
        <a:buNone/>
        <a:defRPr sz="9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286" indent="-50286" algn="l" defTabSz="201145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616" kern="1200">
          <a:solidFill>
            <a:schemeClr val="tx1"/>
          </a:solidFill>
          <a:latin typeface="+mn-lt"/>
          <a:ea typeface="+mn-ea"/>
          <a:cs typeface="+mn-cs"/>
        </a:defRPr>
      </a:lvl1pPr>
      <a:lvl2pPr marL="150859" indent="-50286" algn="l" defTabSz="20114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528" kern="1200">
          <a:solidFill>
            <a:schemeClr val="tx1"/>
          </a:solidFill>
          <a:latin typeface="+mn-lt"/>
          <a:ea typeface="+mn-ea"/>
          <a:cs typeface="+mn-cs"/>
        </a:defRPr>
      </a:lvl2pPr>
      <a:lvl3pPr marL="251431" indent="-50286" algn="l" defTabSz="20114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440" kern="1200">
          <a:solidFill>
            <a:schemeClr val="tx1"/>
          </a:solidFill>
          <a:latin typeface="+mn-lt"/>
          <a:ea typeface="+mn-ea"/>
          <a:cs typeface="+mn-cs"/>
        </a:defRPr>
      </a:lvl3pPr>
      <a:lvl4pPr marL="352004" indent="-50286" algn="l" defTabSz="20114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6" kern="1200">
          <a:solidFill>
            <a:schemeClr val="tx1"/>
          </a:solidFill>
          <a:latin typeface="+mn-lt"/>
          <a:ea typeface="+mn-ea"/>
          <a:cs typeface="+mn-cs"/>
        </a:defRPr>
      </a:lvl4pPr>
      <a:lvl5pPr marL="452577" indent="-50286" algn="l" defTabSz="20114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6" kern="1200">
          <a:solidFill>
            <a:schemeClr val="tx1"/>
          </a:solidFill>
          <a:latin typeface="+mn-lt"/>
          <a:ea typeface="+mn-ea"/>
          <a:cs typeface="+mn-cs"/>
        </a:defRPr>
      </a:lvl5pPr>
      <a:lvl6pPr marL="553149" indent="-50286" algn="l" defTabSz="20114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6" kern="1200">
          <a:solidFill>
            <a:schemeClr val="tx1"/>
          </a:solidFill>
          <a:latin typeface="+mn-lt"/>
          <a:ea typeface="+mn-ea"/>
          <a:cs typeface="+mn-cs"/>
        </a:defRPr>
      </a:lvl6pPr>
      <a:lvl7pPr marL="653722" indent="-50286" algn="l" defTabSz="20114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6" kern="1200">
          <a:solidFill>
            <a:schemeClr val="tx1"/>
          </a:solidFill>
          <a:latin typeface="+mn-lt"/>
          <a:ea typeface="+mn-ea"/>
          <a:cs typeface="+mn-cs"/>
        </a:defRPr>
      </a:lvl7pPr>
      <a:lvl8pPr marL="754294" indent="-50286" algn="l" defTabSz="20114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6" kern="1200">
          <a:solidFill>
            <a:schemeClr val="tx1"/>
          </a:solidFill>
          <a:latin typeface="+mn-lt"/>
          <a:ea typeface="+mn-ea"/>
          <a:cs typeface="+mn-cs"/>
        </a:defRPr>
      </a:lvl8pPr>
      <a:lvl9pPr marL="854867" indent="-50286" algn="l" defTabSz="20114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01145" rtl="0" eaLnBrk="1" latinLnBrk="0" hangingPunct="1">
        <a:defRPr sz="396" kern="1200">
          <a:solidFill>
            <a:schemeClr val="tx1"/>
          </a:solidFill>
          <a:latin typeface="+mn-lt"/>
          <a:ea typeface="+mn-ea"/>
          <a:cs typeface="+mn-cs"/>
        </a:defRPr>
      </a:lvl1pPr>
      <a:lvl2pPr marL="100573" algn="l" defTabSz="201145" rtl="0" eaLnBrk="1" latinLnBrk="0" hangingPunct="1">
        <a:defRPr sz="396" kern="1200">
          <a:solidFill>
            <a:schemeClr val="tx1"/>
          </a:solidFill>
          <a:latin typeface="+mn-lt"/>
          <a:ea typeface="+mn-ea"/>
          <a:cs typeface="+mn-cs"/>
        </a:defRPr>
      </a:lvl2pPr>
      <a:lvl3pPr marL="201145" algn="l" defTabSz="201145" rtl="0" eaLnBrk="1" latinLnBrk="0" hangingPunct="1">
        <a:defRPr sz="396" kern="1200">
          <a:solidFill>
            <a:schemeClr val="tx1"/>
          </a:solidFill>
          <a:latin typeface="+mn-lt"/>
          <a:ea typeface="+mn-ea"/>
          <a:cs typeface="+mn-cs"/>
        </a:defRPr>
      </a:lvl3pPr>
      <a:lvl4pPr marL="301718" algn="l" defTabSz="201145" rtl="0" eaLnBrk="1" latinLnBrk="0" hangingPunct="1">
        <a:defRPr sz="396" kern="1200">
          <a:solidFill>
            <a:schemeClr val="tx1"/>
          </a:solidFill>
          <a:latin typeface="+mn-lt"/>
          <a:ea typeface="+mn-ea"/>
          <a:cs typeface="+mn-cs"/>
        </a:defRPr>
      </a:lvl4pPr>
      <a:lvl5pPr marL="402290" algn="l" defTabSz="201145" rtl="0" eaLnBrk="1" latinLnBrk="0" hangingPunct="1">
        <a:defRPr sz="396" kern="1200">
          <a:solidFill>
            <a:schemeClr val="tx1"/>
          </a:solidFill>
          <a:latin typeface="+mn-lt"/>
          <a:ea typeface="+mn-ea"/>
          <a:cs typeface="+mn-cs"/>
        </a:defRPr>
      </a:lvl5pPr>
      <a:lvl6pPr marL="502863" algn="l" defTabSz="201145" rtl="0" eaLnBrk="1" latinLnBrk="0" hangingPunct="1">
        <a:defRPr sz="396" kern="1200">
          <a:solidFill>
            <a:schemeClr val="tx1"/>
          </a:solidFill>
          <a:latin typeface="+mn-lt"/>
          <a:ea typeface="+mn-ea"/>
          <a:cs typeface="+mn-cs"/>
        </a:defRPr>
      </a:lvl6pPr>
      <a:lvl7pPr marL="603435" algn="l" defTabSz="201145" rtl="0" eaLnBrk="1" latinLnBrk="0" hangingPunct="1">
        <a:defRPr sz="396" kern="1200">
          <a:solidFill>
            <a:schemeClr val="tx1"/>
          </a:solidFill>
          <a:latin typeface="+mn-lt"/>
          <a:ea typeface="+mn-ea"/>
          <a:cs typeface="+mn-cs"/>
        </a:defRPr>
      </a:lvl7pPr>
      <a:lvl8pPr marL="704008" algn="l" defTabSz="201145" rtl="0" eaLnBrk="1" latinLnBrk="0" hangingPunct="1">
        <a:defRPr sz="396" kern="1200">
          <a:solidFill>
            <a:schemeClr val="tx1"/>
          </a:solidFill>
          <a:latin typeface="+mn-lt"/>
          <a:ea typeface="+mn-ea"/>
          <a:cs typeface="+mn-cs"/>
        </a:defRPr>
      </a:lvl8pPr>
      <a:lvl9pPr marL="804581" algn="l" defTabSz="201145" rtl="0" eaLnBrk="1" latinLnBrk="0" hangingPunct="1">
        <a:defRPr sz="3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BA3E4076-11AD-42D2-AFD0-0CB0FC8AC378}"/>
              </a:ext>
            </a:extLst>
          </p:cNvPr>
          <p:cNvSpPr/>
          <p:nvPr/>
        </p:nvSpPr>
        <p:spPr>
          <a:xfrm>
            <a:off x="320040" y="660400"/>
            <a:ext cx="620078" cy="457200"/>
          </a:xfrm>
          <a:prstGeom prst="roundRect">
            <a:avLst/>
          </a:prstGeom>
          <a:solidFill>
            <a:srgbClr val="D9E2F3"/>
          </a:solidFill>
          <a:ln w="14605">
            <a:solidFill>
              <a:srgbClr val="175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78CC91-DCF6-44F8-9915-9313770BE3B6}"/>
              </a:ext>
            </a:extLst>
          </p:cNvPr>
          <p:cNvSpPr txBox="1"/>
          <p:nvPr/>
        </p:nvSpPr>
        <p:spPr>
          <a:xfrm>
            <a:off x="320040" y="317500"/>
            <a:ext cx="620078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zh-CN" altLang="en-US" sz="1050" b="1">
                <a:latin typeface="宋体" panose="02010600030101010101" pitchFamily="2" charset="-122"/>
                <a:ea typeface="宋体" panose="02010600030101010101" pitchFamily="2" charset="-122"/>
              </a:rPr>
              <a:t>开场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BE070A-2C4B-400E-B955-AF51294B8335}"/>
              </a:ext>
            </a:extLst>
          </p:cNvPr>
          <p:cNvSpPr txBox="1"/>
          <p:nvPr/>
        </p:nvSpPr>
        <p:spPr>
          <a:xfrm>
            <a:off x="320040" y="1168400"/>
            <a:ext cx="620078" cy="22313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850">
                <a:solidFill>
                  <a:srgbClr val="9999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0:00–0:35</a:t>
            </a:r>
            <a:endParaRPr lang="zh-CN" altLang="en-US" sz="850">
              <a:solidFill>
                <a:srgbClr val="9999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74F9AB2-F921-4A25-8660-97A63A5167AC}"/>
              </a:ext>
            </a:extLst>
          </p:cNvPr>
          <p:cNvSpPr/>
          <p:nvPr/>
        </p:nvSpPr>
        <p:spPr>
          <a:xfrm>
            <a:off x="940118" y="660400"/>
            <a:ext cx="1417320" cy="457200"/>
          </a:xfrm>
          <a:prstGeom prst="roundRect">
            <a:avLst/>
          </a:prstGeom>
          <a:solidFill>
            <a:srgbClr val="EEE7D8"/>
          </a:solidFill>
          <a:ln w="14605">
            <a:solidFill>
              <a:srgbClr val="175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FB9111-AFB8-4AEE-90E7-4EB0A2A93955}"/>
              </a:ext>
            </a:extLst>
          </p:cNvPr>
          <p:cNvSpPr txBox="1"/>
          <p:nvPr/>
        </p:nvSpPr>
        <p:spPr>
          <a:xfrm>
            <a:off x="940118" y="317500"/>
            <a:ext cx="1417320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zh-CN" altLang="en-US" sz="1050" b="1">
                <a:latin typeface="宋体" panose="02010600030101010101" pitchFamily="2" charset="-122"/>
                <a:ea typeface="宋体" panose="02010600030101010101" pitchFamily="2" charset="-122"/>
              </a:rPr>
              <a:t>需求理解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FC3C47-F587-4AB9-BA7A-ECEDFA000E84}"/>
              </a:ext>
            </a:extLst>
          </p:cNvPr>
          <p:cNvSpPr txBox="1"/>
          <p:nvPr/>
        </p:nvSpPr>
        <p:spPr>
          <a:xfrm>
            <a:off x="940118" y="1168400"/>
            <a:ext cx="1417320" cy="22313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850">
                <a:solidFill>
                  <a:srgbClr val="9999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0:35–1:55</a:t>
            </a:r>
            <a:endParaRPr lang="zh-CN" altLang="en-US" sz="850">
              <a:solidFill>
                <a:srgbClr val="9999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F88A987-3073-44F8-A6EC-AF2355BDCF92}"/>
              </a:ext>
            </a:extLst>
          </p:cNvPr>
          <p:cNvSpPr/>
          <p:nvPr/>
        </p:nvSpPr>
        <p:spPr>
          <a:xfrm>
            <a:off x="2357438" y="660400"/>
            <a:ext cx="1594484" cy="457200"/>
          </a:xfrm>
          <a:prstGeom prst="roundRect">
            <a:avLst/>
          </a:prstGeom>
          <a:solidFill>
            <a:srgbClr val="D9E2F3"/>
          </a:solidFill>
          <a:ln w="14605">
            <a:solidFill>
              <a:srgbClr val="175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8EA829-0EBA-44C7-87E2-4AA4CFEFBA06}"/>
              </a:ext>
            </a:extLst>
          </p:cNvPr>
          <p:cNvSpPr txBox="1"/>
          <p:nvPr/>
        </p:nvSpPr>
        <p:spPr>
          <a:xfrm>
            <a:off x="2357438" y="317500"/>
            <a:ext cx="1594485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zh-CN" altLang="en-US" sz="1050" b="1">
                <a:latin typeface="宋体" panose="02010600030101010101" pitchFamily="2" charset="-122"/>
                <a:ea typeface="宋体" panose="02010600030101010101" pitchFamily="2" charset="-122"/>
              </a:rPr>
              <a:t>总体方案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8BA917-9036-427D-B59F-A1BCAAFE8C96}"/>
              </a:ext>
            </a:extLst>
          </p:cNvPr>
          <p:cNvSpPr txBox="1"/>
          <p:nvPr/>
        </p:nvSpPr>
        <p:spPr>
          <a:xfrm>
            <a:off x="2357438" y="1168400"/>
            <a:ext cx="1594485" cy="22313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850">
                <a:solidFill>
                  <a:srgbClr val="9999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1:55–3:25</a:t>
            </a:r>
            <a:endParaRPr lang="zh-CN" altLang="en-US" sz="850">
              <a:solidFill>
                <a:srgbClr val="9999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AD6C23D-F9CF-4EE3-B7DD-7332B90780B7}"/>
              </a:ext>
            </a:extLst>
          </p:cNvPr>
          <p:cNvSpPr/>
          <p:nvPr/>
        </p:nvSpPr>
        <p:spPr>
          <a:xfrm>
            <a:off x="3951922" y="660400"/>
            <a:ext cx="2037398" cy="457200"/>
          </a:xfrm>
          <a:prstGeom prst="roundRect">
            <a:avLst/>
          </a:prstGeom>
          <a:solidFill>
            <a:srgbClr val="EEE7D8"/>
          </a:solidFill>
          <a:ln w="14605">
            <a:solidFill>
              <a:srgbClr val="175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687649D-5231-4D9F-9050-BD8D6B2EE294}"/>
              </a:ext>
            </a:extLst>
          </p:cNvPr>
          <p:cNvSpPr txBox="1"/>
          <p:nvPr/>
        </p:nvSpPr>
        <p:spPr>
          <a:xfrm>
            <a:off x="3951922" y="317500"/>
            <a:ext cx="2037398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zh-CN" altLang="en-US" sz="1050" b="1">
                <a:latin typeface="宋体" panose="02010600030101010101" pitchFamily="2" charset="-122"/>
                <a:ea typeface="宋体" panose="02010600030101010101" pitchFamily="2" charset="-122"/>
              </a:rPr>
              <a:t>关键技术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DFA0BD-9321-4981-811F-6AAB4B04FDB0}"/>
              </a:ext>
            </a:extLst>
          </p:cNvPr>
          <p:cNvSpPr txBox="1"/>
          <p:nvPr/>
        </p:nvSpPr>
        <p:spPr>
          <a:xfrm>
            <a:off x="3951922" y="1168400"/>
            <a:ext cx="2037398" cy="22313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850">
                <a:solidFill>
                  <a:srgbClr val="9999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3:25–5:20</a:t>
            </a:r>
            <a:endParaRPr lang="zh-CN" altLang="en-US" sz="850">
              <a:solidFill>
                <a:srgbClr val="9999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9BF16B3-C865-4E14-96DC-E06294AB684E}"/>
              </a:ext>
            </a:extLst>
          </p:cNvPr>
          <p:cNvSpPr/>
          <p:nvPr/>
        </p:nvSpPr>
        <p:spPr>
          <a:xfrm>
            <a:off x="5989320" y="660400"/>
            <a:ext cx="1328737" cy="457200"/>
          </a:xfrm>
          <a:prstGeom prst="roundRect">
            <a:avLst/>
          </a:prstGeom>
          <a:solidFill>
            <a:srgbClr val="D9E2F3"/>
          </a:solidFill>
          <a:ln w="14605">
            <a:solidFill>
              <a:srgbClr val="175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6BC7E8-33F1-4CF2-8C3F-E3849AE2C0DA}"/>
              </a:ext>
            </a:extLst>
          </p:cNvPr>
          <p:cNvSpPr txBox="1"/>
          <p:nvPr/>
        </p:nvSpPr>
        <p:spPr>
          <a:xfrm>
            <a:off x="5989320" y="317500"/>
            <a:ext cx="1328738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zh-CN" altLang="en-US" sz="1050" b="1">
                <a:latin typeface="宋体" panose="02010600030101010101" pitchFamily="2" charset="-122"/>
                <a:ea typeface="宋体" panose="02010600030101010101" pitchFamily="2" charset="-122"/>
              </a:rPr>
              <a:t>实施与质量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A80EAD-390F-46AF-8540-A3AAF0BB989F}"/>
              </a:ext>
            </a:extLst>
          </p:cNvPr>
          <p:cNvSpPr txBox="1"/>
          <p:nvPr/>
        </p:nvSpPr>
        <p:spPr>
          <a:xfrm>
            <a:off x="5989320" y="1168400"/>
            <a:ext cx="1328738" cy="22313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850">
                <a:solidFill>
                  <a:srgbClr val="9999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5:20–6:35</a:t>
            </a:r>
            <a:endParaRPr lang="zh-CN" altLang="en-US" sz="850">
              <a:solidFill>
                <a:srgbClr val="9999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F7DAABA-B319-4F23-942D-073C7C57F2D3}"/>
              </a:ext>
            </a:extLst>
          </p:cNvPr>
          <p:cNvSpPr/>
          <p:nvPr/>
        </p:nvSpPr>
        <p:spPr>
          <a:xfrm>
            <a:off x="7318057" y="660400"/>
            <a:ext cx="885825" cy="457200"/>
          </a:xfrm>
          <a:prstGeom prst="roundRect">
            <a:avLst/>
          </a:prstGeom>
          <a:solidFill>
            <a:srgbClr val="C96A22"/>
          </a:solidFill>
          <a:ln w="14605">
            <a:solidFill>
              <a:srgbClr val="175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A92A890-00E7-4C1F-AF7D-147CA330E6B2}"/>
              </a:ext>
            </a:extLst>
          </p:cNvPr>
          <p:cNvSpPr txBox="1"/>
          <p:nvPr/>
        </p:nvSpPr>
        <p:spPr>
          <a:xfrm>
            <a:off x="7318057" y="317500"/>
            <a:ext cx="885825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1050" b="1">
                <a:latin typeface="宋体" panose="02010600030101010101" pitchFamily="2" charset="-122"/>
                <a:ea typeface="宋体" panose="02010600030101010101" pitchFamily="2" charset="-122"/>
              </a:rPr>
              <a:t>AI </a:t>
            </a:r>
            <a:r>
              <a:rPr lang="zh-CN" altLang="en-US" sz="1050" b="1">
                <a:latin typeface="宋体" panose="02010600030101010101" pitchFamily="2" charset="-122"/>
                <a:ea typeface="宋体" panose="02010600030101010101" pitchFamily="2" charset="-122"/>
              </a:rPr>
              <a:t>辅助策略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C770CF0-5475-418F-8CB4-9376550674E9}"/>
              </a:ext>
            </a:extLst>
          </p:cNvPr>
          <p:cNvSpPr txBox="1"/>
          <p:nvPr/>
        </p:nvSpPr>
        <p:spPr>
          <a:xfrm>
            <a:off x="7318057" y="1168400"/>
            <a:ext cx="885825" cy="22313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850">
                <a:solidFill>
                  <a:srgbClr val="9999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6:35–7:25</a:t>
            </a:r>
            <a:endParaRPr lang="zh-CN" altLang="en-US" sz="850">
              <a:solidFill>
                <a:srgbClr val="9999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F3EAB3A-BFB9-45BB-B1B5-F93828700AC8}"/>
              </a:ext>
            </a:extLst>
          </p:cNvPr>
          <p:cNvSpPr/>
          <p:nvPr/>
        </p:nvSpPr>
        <p:spPr>
          <a:xfrm>
            <a:off x="8203882" y="660400"/>
            <a:ext cx="620078" cy="457200"/>
          </a:xfrm>
          <a:prstGeom prst="roundRect">
            <a:avLst/>
          </a:prstGeom>
          <a:solidFill>
            <a:srgbClr val="D9E2F3"/>
          </a:solidFill>
          <a:ln w="14605">
            <a:solidFill>
              <a:srgbClr val="175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2239C1-C053-47CD-BF10-FAF5E42D2BCC}"/>
              </a:ext>
            </a:extLst>
          </p:cNvPr>
          <p:cNvSpPr txBox="1"/>
          <p:nvPr/>
        </p:nvSpPr>
        <p:spPr>
          <a:xfrm>
            <a:off x="8203882" y="317500"/>
            <a:ext cx="620078" cy="253916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zh-CN" altLang="en-US" sz="1050" b="1">
                <a:latin typeface="宋体" panose="02010600030101010101" pitchFamily="2" charset="-122"/>
                <a:ea typeface="宋体" panose="02010600030101010101" pitchFamily="2" charset="-122"/>
              </a:rPr>
              <a:t>收尾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1A32793-A482-47EC-BCAB-39DF6C07FFF1}"/>
              </a:ext>
            </a:extLst>
          </p:cNvPr>
          <p:cNvSpPr txBox="1"/>
          <p:nvPr/>
        </p:nvSpPr>
        <p:spPr>
          <a:xfrm>
            <a:off x="8203882" y="1168400"/>
            <a:ext cx="620078" cy="223138"/>
          </a:xfrm>
          <a:prstGeom prst="rect">
            <a:avLst/>
          </a:prstGeom>
          <a:noFill/>
        </p:spPr>
        <p:txBody>
          <a:bodyPr vert="horz" lIns="0" rIns="0" rtlCol="0">
            <a:spAutoFit/>
          </a:bodyPr>
          <a:lstStyle/>
          <a:p>
            <a:pPr algn="ctr"/>
            <a:r>
              <a:rPr lang="en-US" altLang="zh-CN" sz="850">
                <a:solidFill>
                  <a:srgbClr val="9999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7:25–8:00</a:t>
            </a:r>
            <a:endParaRPr lang="zh-CN" altLang="en-US" sz="850">
              <a:solidFill>
                <a:srgbClr val="9999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F7CE542-7D59-4033-92B7-0BA4A64080EC}"/>
              </a:ext>
            </a:extLst>
          </p:cNvPr>
          <p:cNvSpPr txBox="1"/>
          <p:nvPr/>
        </p:nvSpPr>
        <p:spPr>
          <a:xfrm>
            <a:off x="508000" y="1524000"/>
            <a:ext cx="8128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900">
                <a:solidFill>
                  <a:srgbClr val="B85C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时间按 </a:t>
            </a:r>
            <a:r>
              <a:rPr lang="en-US" altLang="zh-CN" sz="900">
                <a:solidFill>
                  <a:srgbClr val="B85C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sz="900">
                <a:solidFill>
                  <a:srgbClr val="B85C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分钟控制，关键技术与总体方案合计 </a:t>
            </a:r>
            <a:r>
              <a:rPr lang="en-US" altLang="zh-CN" sz="900">
                <a:solidFill>
                  <a:srgbClr val="B85C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205 </a:t>
            </a:r>
            <a:r>
              <a:rPr lang="zh-CN" altLang="en-US" sz="900">
                <a:solidFill>
                  <a:srgbClr val="B85C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秒；超时优先压缩案例说明，不削减范围、边界和验证口径。</a:t>
            </a:r>
          </a:p>
        </p:txBody>
      </p:sp>
    </p:spTree>
    <p:extLst>
      <p:ext uri="{BB962C8B-B14F-4D97-AF65-F5344CB8AC3E}">
        <p14:creationId xmlns:p14="http://schemas.microsoft.com/office/powerpoint/2010/main" val="2130936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自定义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15801502143@163.com</dc:creator>
  <cp:lastModifiedBy>15801502143@163.com</cp:lastModifiedBy>
  <cp:revision>1</cp:revision>
  <dcterms:created xsi:type="dcterms:W3CDTF">2026-09-12T17:35:38Z</dcterms:created>
  <dcterms:modified xsi:type="dcterms:W3CDTF">2026-09-12T17:35:38Z</dcterms:modified>
</cp:coreProperties>
</file>