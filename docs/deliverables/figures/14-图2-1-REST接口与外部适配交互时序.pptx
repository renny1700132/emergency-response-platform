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4597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9F76E-AC2C-48B9-818F-0D626EE92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752399"/>
            <a:ext cx="6858000" cy="1600576"/>
          </a:xfrm>
        </p:spPr>
        <p:txBody>
          <a:bodyPr anchor="b"/>
          <a:lstStyle>
            <a:lvl1pPr algn="ctr">
              <a:defRPr sz="301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E6360A-0227-4366-B376-4E0409C48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414699"/>
            <a:ext cx="6858000" cy="1109974"/>
          </a:xfrm>
        </p:spPr>
        <p:txBody>
          <a:bodyPr/>
          <a:lstStyle>
            <a:lvl1pPr marL="0" indent="0" algn="ctr">
              <a:buNone/>
              <a:defRPr sz="1207"/>
            </a:lvl1pPr>
            <a:lvl2pPr marL="229880" indent="0" algn="ctr">
              <a:buNone/>
              <a:defRPr sz="1006"/>
            </a:lvl2pPr>
            <a:lvl3pPr marL="459760" indent="0" algn="ctr">
              <a:buNone/>
              <a:defRPr sz="905"/>
            </a:lvl3pPr>
            <a:lvl4pPr marL="689640" indent="0" algn="ctr">
              <a:buNone/>
              <a:defRPr sz="804"/>
            </a:lvl4pPr>
            <a:lvl5pPr marL="919521" indent="0" algn="ctr">
              <a:buNone/>
              <a:defRPr sz="804"/>
            </a:lvl5pPr>
            <a:lvl6pPr marL="1149401" indent="0" algn="ctr">
              <a:buNone/>
              <a:defRPr sz="804"/>
            </a:lvl6pPr>
            <a:lvl7pPr marL="1379281" indent="0" algn="ctr">
              <a:buNone/>
              <a:defRPr sz="804"/>
            </a:lvl7pPr>
            <a:lvl8pPr marL="1609161" indent="0" algn="ctr">
              <a:buNone/>
              <a:defRPr sz="804"/>
            </a:lvl8pPr>
            <a:lvl9pPr marL="1839041" indent="0" algn="ctr">
              <a:buNone/>
              <a:defRPr sz="804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C35F4F-90C9-4E6A-AE50-CDCE7E262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C19841-CD3A-4728-A30C-EC700E57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1FFA23-CDF4-48D2-AB2F-FCE72CE9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90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49E84-12A8-42EF-92E6-147E326C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3FFCF-A496-4462-9DF2-018B52116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3FE592-2F00-4DA5-996C-7D91A4E8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42E153-F523-4954-A245-874BC95B4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FCE6AC-8F8C-4B85-96E2-7994D782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40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052C2-9007-4E0C-B653-AF893CA46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146159"/>
            <a:ext cx="7886700" cy="1912390"/>
          </a:xfrm>
        </p:spPr>
        <p:txBody>
          <a:bodyPr anchor="b"/>
          <a:lstStyle>
            <a:lvl1pPr>
              <a:defRPr sz="301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4667D9-53E1-4FF1-8901-E5BAD3FE8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076641"/>
            <a:ext cx="7886700" cy="1005681"/>
          </a:xfrm>
        </p:spPr>
        <p:txBody>
          <a:bodyPr/>
          <a:lstStyle>
            <a:lvl1pPr marL="0" indent="0">
              <a:buNone/>
              <a:defRPr sz="1207">
                <a:solidFill>
                  <a:schemeClr val="tx1">
                    <a:tint val="75000"/>
                  </a:schemeClr>
                </a:solidFill>
              </a:defRPr>
            </a:lvl1pPr>
            <a:lvl2pPr marL="229880" indent="0">
              <a:buNone/>
              <a:defRPr sz="1006">
                <a:solidFill>
                  <a:schemeClr val="tx1">
                    <a:tint val="75000"/>
                  </a:schemeClr>
                </a:solidFill>
              </a:defRPr>
            </a:lvl2pPr>
            <a:lvl3pPr marL="459760" indent="0">
              <a:buNone/>
              <a:defRPr sz="905">
                <a:solidFill>
                  <a:schemeClr val="tx1">
                    <a:tint val="75000"/>
                  </a:schemeClr>
                </a:solidFill>
              </a:defRPr>
            </a:lvl3pPr>
            <a:lvl4pPr marL="689640" indent="0">
              <a:buNone/>
              <a:defRPr sz="804">
                <a:solidFill>
                  <a:schemeClr val="tx1">
                    <a:tint val="75000"/>
                  </a:schemeClr>
                </a:solidFill>
              </a:defRPr>
            </a:lvl4pPr>
            <a:lvl5pPr marL="919521" indent="0">
              <a:buNone/>
              <a:defRPr sz="804">
                <a:solidFill>
                  <a:schemeClr val="tx1">
                    <a:tint val="75000"/>
                  </a:schemeClr>
                </a:solidFill>
              </a:defRPr>
            </a:lvl5pPr>
            <a:lvl6pPr marL="1149401" indent="0">
              <a:buNone/>
              <a:defRPr sz="804">
                <a:solidFill>
                  <a:schemeClr val="tx1">
                    <a:tint val="75000"/>
                  </a:schemeClr>
                </a:solidFill>
              </a:defRPr>
            </a:lvl6pPr>
            <a:lvl7pPr marL="1379281" indent="0">
              <a:buNone/>
              <a:defRPr sz="804">
                <a:solidFill>
                  <a:schemeClr val="tx1">
                    <a:tint val="75000"/>
                  </a:schemeClr>
                </a:solidFill>
              </a:defRPr>
            </a:lvl7pPr>
            <a:lvl8pPr marL="1609161" indent="0">
              <a:buNone/>
              <a:defRPr sz="804">
                <a:solidFill>
                  <a:schemeClr val="tx1">
                    <a:tint val="75000"/>
                  </a:schemeClr>
                </a:solidFill>
              </a:defRPr>
            </a:lvl8pPr>
            <a:lvl9pPr marL="1839041" indent="0">
              <a:buNone/>
              <a:defRPr sz="8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8ACB5-76A4-4BDE-A77C-E5AD9D829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6C9028-CF68-487D-9FD1-319D3257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C5038D-DB64-4309-B5BF-AE1AF315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02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30259-7E86-418D-B4E6-487083DD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B67A7-F0B6-45ED-B576-28E3CAD9E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223845"/>
            <a:ext cx="3886200" cy="2917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3F4071-7F94-4800-8DCF-54B29F4D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223845"/>
            <a:ext cx="3886200" cy="2917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956525-2EDB-4652-9755-39AD525B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AA0197-CAB2-4B0D-878E-0C3B2ED8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A02110-E0F2-4999-9287-7F9ACA10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78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3D79E-0D13-4C14-AE15-8F59BED7E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44770"/>
            <a:ext cx="7886700" cy="8886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22CCA8-4444-4E4F-82A2-EA0586CEF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127002"/>
            <a:ext cx="3868340" cy="552326"/>
          </a:xfrm>
        </p:spPr>
        <p:txBody>
          <a:bodyPr anchor="b"/>
          <a:lstStyle>
            <a:lvl1pPr marL="0" indent="0">
              <a:buNone/>
              <a:defRPr sz="1207" b="1"/>
            </a:lvl1pPr>
            <a:lvl2pPr marL="229880" indent="0">
              <a:buNone/>
              <a:defRPr sz="1006" b="1"/>
            </a:lvl2pPr>
            <a:lvl3pPr marL="459760" indent="0">
              <a:buNone/>
              <a:defRPr sz="905" b="1"/>
            </a:lvl3pPr>
            <a:lvl4pPr marL="689640" indent="0">
              <a:buNone/>
              <a:defRPr sz="804" b="1"/>
            </a:lvl4pPr>
            <a:lvl5pPr marL="919521" indent="0">
              <a:buNone/>
              <a:defRPr sz="804" b="1"/>
            </a:lvl5pPr>
            <a:lvl6pPr marL="1149401" indent="0">
              <a:buNone/>
              <a:defRPr sz="804" b="1"/>
            </a:lvl6pPr>
            <a:lvl7pPr marL="1379281" indent="0">
              <a:buNone/>
              <a:defRPr sz="804" b="1"/>
            </a:lvl7pPr>
            <a:lvl8pPr marL="1609161" indent="0">
              <a:buNone/>
              <a:defRPr sz="804" b="1"/>
            </a:lvl8pPr>
            <a:lvl9pPr marL="1839041" indent="0">
              <a:buNone/>
              <a:defRPr sz="8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C1C32F-26F9-4DB5-BADC-41ADC76B5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679328"/>
            <a:ext cx="3868340" cy="24700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234B29-980D-4A7B-B60A-33942812D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127002"/>
            <a:ext cx="3887391" cy="552326"/>
          </a:xfrm>
        </p:spPr>
        <p:txBody>
          <a:bodyPr anchor="b"/>
          <a:lstStyle>
            <a:lvl1pPr marL="0" indent="0">
              <a:buNone/>
              <a:defRPr sz="1207" b="1"/>
            </a:lvl1pPr>
            <a:lvl2pPr marL="229880" indent="0">
              <a:buNone/>
              <a:defRPr sz="1006" b="1"/>
            </a:lvl2pPr>
            <a:lvl3pPr marL="459760" indent="0">
              <a:buNone/>
              <a:defRPr sz="905" b="1"/>
            </a:lvl3pPr>
            <a:lvl4pPr marL="689640" indent="0">
              <a:buNone/>
              <a:defRPr sz="804" b="1"/>
            </a:lvl4pPr>
            <a:lvl5pPr marL="919521" indent="0">
              <a:buNone/>
              <a:defRPr sz="804" b="1"/>
            </a:lvl5pPr>
            <a:lvl6pPr marL="1149401" indent="0">
              <a:buNone/>
              <a:defRPr sz="804" b="1"/>
            </a:lvl6pPr>
            <a:lvl7pPr marL="1379281" indent="0">
              <a:buNone/>
              <a:defRPr sz="804" b="1"/>
            </a:lvl7pPr>
            <a:lvl8pPr marL="1609161" indent="0">
              <a:buNone/>
              <a:defRPr sz="804" b="1"/>
            </a:lvl8pPr>
            <a:lvl9pPr marL="1839041" indent="0">
              <a:buNone/>
              <a:defRPr sz="8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7E33AF-0902-42C3-A92F-4B34F1C47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679328"/>
            <a:ext cx="3887391" cy="24700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9404D5-0238-45AF-B442-B8DC4E52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7ADCDF-9632-4F26-820A-6328EBEC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F80345-A655-4CA5-89D0-D31AD9319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15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F8B8C-E69D-4F66-904B-6CA00746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A2EBFD-EA67-4E0F-BEAC-CE1CA145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A82690-1E39-44B2-A919-53217EB0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936A96-B5C4-4E63-BF19-DBAE955A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28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86A952-359D-4515-8A20-217E91A3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28F138-2F69-4E37-BE63-A3342A27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619B4A-ACBC-4F3F-ABB1-677418E9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92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0C235-1FAB-4FC7-B34C-95B76CDCC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6493"/>
            <a:ext cx="2949178" cy="1072727"/>
          </a:xfrm>
        </p:spPr>
        <p:txBody>
          <a:bodyPr anchor="b"/>
          <a:lstStyle>
            <a:lvl1pPr>
              <a:defRPr sz="160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FCECA-7DCC-408C-8072-749BC0661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661941"/>
            <a:ext cx="4629150" cy="3267134"/>
          </a:xfrm>
        </p:spPr>
        <p:txBody>
          <a:bodyPr/>
          <a:lstStyle>
            <a:lvl1pPr>
              <a:defRPr sz="1609"/>
            </a:lvl1pPr>
            <a:lvl2pPr>
              <a:defRPr sz="1408"/>
            </a:lvl2pPr>
            <a:lvl3pPr>
              <a:defRPr sz="1207"/>
            </a:lvl3pPr>
            <a:lvl4pPr>
              <a:defRPr sz="1006"/>
            </a:lvl4pPr>
            <a:lvl5pPr>
              <a:defRPr sz="1006"/>
            </a:lvl5pPr>
            <a:lvl6pPr>
              <a:defRPr sz="1006"/>
            </a:lvl6pPr>
            <a:lvl7pPr>
              <a:defRPr sz="1006"/>
            </a:lvl7pPr>
            <a:lvl8pPr>
              <a:defRPr sz="1006"/>
            </a:lvl8pPr>
            <a:lvl9pPr>
              <a:defRPr sz="100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AF559E-2E46-4175-8D65-6195B693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379220"/>
            <a:ext cx="2949178" cy="2555176"/>
          </a:xfrm>
        </p:spPr>
        <p:txBody>
          <a:bodyPr/>
          <a:lstStyle>
            <a:lvl1pPr marL="0" indent="0">
              <a:buNone/>
              <a:defRPr sz="804"/>
            </a:lvl1pPr>
            <a:lvl2pPr marL="229880" indent="0">
              <a:buNone/>
              <a:defRPr sz="704"/>
            </a:lvl2pPr>
            <a:lvl3pPr marL="459760" indent="0">
              <a:buNone/>
              <a:defRPr sz="603"/>
            </a:lvl3pPr>
            <a:lvl4pPr marL="689640" indent="0">
              <a:buNone/>
              <a:defRPr sz="503"/>
            </a:lvl4pPr>
            <a:lvl5pPr marL="919521" indent="0">
              <a:buNone/>
              <a:defRPr sz="503"/>
            </a:lvl5pPr>
            <a:lvl6pPr marL="1149401" indent="0">
              <a:buNone/>
              <a:defRPr sz="503"/>
            </a:lvl6pPr>
            <a:lvl7pPr marL="1379281" indent="0">
              <a:buNone/>
              <a:defRPr sz="503"/>
            </a:lvl7pPr>
            <a:lvl8pPr marL="1609161" indent="0">
              <a:buNone/>
              <a:defRPr sz="503"/>
            </a:lvl8pPr>
            <a:lvl9pPr marL="1839041" indent="0">
              <a:buNone/>
              <a:defRPr sz="50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E710CF-05B5-43DC-A855-447CA6056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76B95F-4986-423A-A2A1-077EB3BF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563CFB-1785-4CAC-BEA7-4E8F8197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05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8ACAA-D83A-4B81-8029-E2CF3057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6493"/>
            <a:ext cx="2949178" cy="1072727"/>
          </a:xfrm>
        </p:spPr>
        <p:txBody>
          <a:bodyPr anchor="b"/>
          <a:lstStyle>
            <a:lvl1pPr>
              <a:defRPr sz="160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043631-9C15-41B1-8F5B-83174B9CD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661941"/>
            <a:ext cx="4629150" cy="3267134"/>
          </a:xfrm>
        </p:spPr>
        <p:txBody>
          <a:bodyPr/>
          <a:lstStyle>
            <a:lvl1pPr marL="0" indent="0">
              <a:buNone/>
              <a:defRPr sz="1609"/>
            </a:lvl1pPr>
            <a:lvl2pPr marL="229880" indent="0">
              <a:buNone/>
              <a:defRPr sz="1408"/>
            </a:lvl2pPr>
            <a:lvl3pPr marL="459760" indent="0">
              <a:buNone/>
              <a:defRPr sz="1207"/>
            </a:lvl3pPr>
            <a:lvl4pPr marL="689640" indent="0">
              <a:buNone/>
              <a:defRPr sz="1006"/>
            </a:lvl4pPr>
            <a:lvl5pPr marL="919521" indent="0">
              <a:buNone/>
              <a:defRPr sz="1006"/>
            </a:lvl5pPr>
            <a:lvl6pPr marL="1149401" indent="0">
              <a:buNone/>
              <a:defRPr sz="1006"/>
            </a:lvl6pPr>
            <a:lvl7pPr marL="1379281" indent="0">
              <a:buNone/>
              <a:defRPr sz="1006"/>
            </a:lvl7pPr>
            <a:lvl8pPr marL="1609161" indent="0">
              <a:buNone/>
              <a:defRPr sz="1006"/>
            </a:lvl8pPr>
            <a:lvl9pPr marL="1839041" indent="0">
              <a:buNone/>
              <a:defRPr sz="1006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92B4B7-D80A-4A3E-8EE3-9F04B8708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379220"/>
            <a:ext cx="2949178" cy="2555176"/>
          </a:xfrm>
        </p:spPr>
        <p:txBody>
          <a:bodyPr/>
          <a:lstStyle>
            <a:lvl1pPr marL="0" indent="0">
              <a:buNone/>
              <a:defRPr sz="804"/>
            </a:lvl1pPr>
            <a:lvl2pPr marL="229880" indent="0">
              <a:buNone/>
              <a:defRPr sz="704"/>
            </a:lvl2pPr>
            <a:lvl3pPr marL="459760" indent="0">
              <a:buNone/>
              <a:defRPr sz="603"/>
            </a:lvl3pPr>
            <a:lvl4pPr marL="689640" indent="0">
              <a:buNone/>
              <a:defRPr sz="503"/>
            </a:lvl4pPr>
            <a:lvl5pPr marL="919521" indent="0">
              <a:buNone/>
              <a:defRPr sz="503"/>
            </a:lvl5pPr>
            <a:lvl6pPr marL="1149401" indent="0">
              <a:buNone/>
              <a:defRPr sz="503"/>
            </a:lvl6pPr>
            <a:lvl7pPr marL="1379281" indent="0">
              <a:buNone/>
              <a:defRPr sz="503"/>
            </a:lvl7pPr>
            <a:lvl8pPr marL="1609161" indent="0">
              <a:buNone/>
              <a:defRPr sz="503"/>
            </a:lvl8pPr>
            <a:lvl9pPr marL="1839041" indent="0">
              <a:buNone/>
              <a:defRPr sz="50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CDA5BA-579A-453A-9FCE-C81E2A22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AEFADA-B16C-4066-BD57-5B35F16F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71B6F6-AC84-4C2A-9F70-7107AC20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62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60426-26C6-4E09-BA20-CF4F33E5C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42F9B2-AC6C-4D9F-B33A-C4523632E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8009AE-562A-4E07-A68C-99174A9B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82F77C-F9EB-459A-96F4-87A45EC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3E7393-42BA-450C-866B-9F2A8EBB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05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AB0491-6F95-4784-8FBD-681610EA1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44769"/>
            <a:ext cx="1971675" cy="38960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CD9F5E-959D-45F4-B8CE-392E7A4DE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44769"/>
            <a:ext cx="5800725" cy="389608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11931D-07D2-44D6-841E-56047E59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AEF59-F3E4-4077-A448-83E2EA51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A62C96-36B5-43EF-9525-14FA301D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9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1F9EEC-807E-43CA-8F26-C4BBAAB5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4770"/>
            <a:ext cx="7886700" cy="888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51811C-1DB7-4C0B-8E9F-FC27815CC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23845"/>
            <a:ext cx="7886700" cy="2917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EA16B-D6A5-4226-839F-1995C46B1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261110"/>
            <a:ext cx="2057400" cy="2447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6F7EC-64CB-443F-9C13-0E9A647F579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B3A88D-4722-4879-9023-02E766586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261110"/>
            <a:ext cx="3086100" cy="2447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BE63B5-623C-4C79-B6AA-6BA74E9F1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261110"/>
            <a:ext cx="2057400" cy="2447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47A08-6A5F-478F-8655-8CB5EFFA1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48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9760" rtl="0" eaLnBrk="1" latinLnBrk="0" hangingPunct="1">
        <a:lnSpc>
          <a:spcPct val="90000"/>
        </a:lnSpc>
        <a:spcBef>
          <a:spcPct val="0"/>
        </a:spcBef>
        <a:buNone/>
        <a:defRPr sz="22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940" indent="-114940" algn="l" defTabSz="459760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408" kern="1200">
          <a:solidFill>
            <a:schemeClr val="tx1"/>
          </a:solidFill>
          <a:latin typeface="+mn-lt"/>
          <a:ea typeface="+mn-ea"/>
          <a:cs typeface="+mn-cs"/>
        </a:defRPr>
      </a:lvl1pPr>
      <a:lvl2pPr marL="344820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207" kern="1200">
          <a:solidFill>
            <a:schemeClr val="tx1"/>
          </a:solidFill>
          <a:latin typeface="+mn-lt"/>
          <a:ea typeface="+mn-ea"/>
          <a:cs typeface="+mn-cs"/>
        </a:defRPr>
      </a:lvl2pPr>
      <a:lvl3pPr marL="574700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6" kern="1200">
          <a:solidFill>
            <a:schemeClr val="tx1"/>
          </a:solidFill>
          <a:latin typeface="+mn-lt"/>
          <a:ea typeface="+mn-ea"/>
          <a:cs typeface="+mn-cs"/>
        </a:defRPr>
      </a:lvl3pPr>
      <a:lvl4pPr marL="80458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4pPr>
      <a:lvl5pPr marL="103446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5pPr>
      <a:lvl6pPr marL="126434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6pPr>
      <a:lvl7pPr marL="149422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7pPr>
      <a:lvl8pPr marL="172410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8pPr>
      <a:lvl9pPr marL="1953981" indent="-114940" algn="l" defTabSz="459760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1pPr>
      <a:lvl2pPr marL="229880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2pPr>
      <a:lvl3pPr marL="459760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3pPr>
      <a:lvl4pPr marL="689640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4pPr>
      <a:lvl5pPr marL="91952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5pPr>
      <a:lvl6pPr marL="114940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6pPr>
      <a:lvl7pPr marL="137928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7pPr>
      <a:lvl8pPr marL="160916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8pPr>
      <a:lvl9pPr marL="1839041" algn="l" defTabSz="459760" rtl="0" eaLnBrk="1" latinLnBrk="0" hangingPunct="1">
        <a:defRPr sz="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65B5779-E134-436E-8A06-50B1FE972F9F}"/>
              </a:ext>
            </a:extLst>
          </p:cNvPr>
          <p:cNvSpPr/>
          <p:nvPr/>
        </p:nvSpPr>
        <p:spPr>
          <a:xfrm>
            <a:off x="228600" y="228600"/>
            <a:ext cx="1371600" cy="4318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92F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Web / H5 / </a:t>
            </a:r>
            <a:r>
              <a:rPr lang="zh-CN" altLang="en-US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大屏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8C8A3A8-1A82-479A-AF71-18F14A886FAE}"/>
              </a:ext>
            </a:extLst>
          </p:cNvPr>
          <p:cNvCxnSpPr/>
          <p:nvPr/>
        </p:nvCxnSpPr>
        <p:spPr>
          <a:xfrm>
            <a:off x="914400" y="685800"/>
            <a:ext cx="0" cy="3505200"/>
          </a:xfrm>
          <a:prstGeom prst="line">
            <a:avLst/>
          </a:prstGeom>
          <a:ln w="13970">
            <a:solidFill>
              <a:srgbClr val="6880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59A6AAE-4F7D-405D-A24D-CB5E045C53BE}"/>
              </a:ext>
            </a:extLst>
          </p:cNvPr>
          <p:cNvSpPr/>
          <p:nvPr/>
        </p:nvSpPr>
        <p:spPr>
          <a:xfrm>
            <a:off x="2057400" y="228600"/>
            <a:ext cx="1371600" cy="431800"/>
          </a:xfrm>
          <a:prstGeom prst="roundRect">
            <a:avLst/>
          </a:prstGeom>
          <a:solidFill>
            <a:srgbClr val="F2EBDC"/>
          </a:solidFill>
          <a:ln w="15240">
            <a:solidFill>
              <a:srgbClr val="192F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API </a:t>
            </a:r>
            <a:r>
              <a:rPr lang="zh-CN" altLang="en-US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网关</a:t>
            </a:r>
          </a:p>
          <a:p>
            <a:pPr algn="ctr"/>
            <a:r>
              <a:rPr lang="zh-CN" altLang="en-US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应用服务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1CC3229-0E24-42E2-8874-E18AA6D02572}"/>
              </a:ext>
            </a:extLst>
          </p:cNvPr>
          <p:cNvCxnSpPr/>
          <p:nvPr/>
        </p:nvCxnSpPr>
        <p:spPr>
          <a:xfrm>
            <a:off x="2743200" y="685800"/>
            <a:ext cx="0" cy="3505200"/>
          </a:xfrm>
          <a:prstGeom prst="line">
            <a:avLst/>
          </a:prstGeom>
          <a:ln w="13970">
            <a:solidFill>
              <a:srgbClr val="6880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EA3E29C-AF1A-4352-A290-2E1316B014B1}"/>
              </a:ext>
            </a:extLst>
          </p:cNvPr>
          <p:cNvSpPr/>
          <p:nvPr/>
        </p:nvSpPr>
        <p:spPr>
          <a:xfrm>
            <a:off x="3886200" y="228600"/>
            <a:ext cx="1371600" cy="4318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92F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zh-CN" altLang="en-US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领域服务</a:t>
            </a:r>
          </a:p>
          <a:p>
            <a:pPr algn="ctr"/>
            <a:r>
              <a:rPr lang="zh-CN" altLang="en-US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关系数据库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6FF2ABC-AE5F-4674-A9D4-C1DB0F1D8FDA}"/>
              </a:ext>
            </a:extLst>
          </p:cNvPr>
          <p:cNvCxnSpPr/>
          <p:nvPr/>
        </p:nvCxnSpPr>
        <p:spPr>
          <a:xfrm>
            <a:off x="4572000" y="685800"/>
            <a:ext cx="0" cy="3505200"/>
          </a:xfrm>
          <a:prstGeom prst="line">
            <a:avLst/>
          </a:prstGeom>
          <a:ln w="13970">
            <a:solidFill>
              <a:srgbClr val="6880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A7A70AD-5BFB-44B9-A7D2-8B4BC8014F9E}"/>
              </a:ext>
            </a:extLst>
          </p:cNvPr>
          <p:cNvSpPr/>
          <p:nvPr/>
        </p:nvSpPr>
        <p:spPr>
          <a:xfrm>
            <a:off x="5715000" y="228600"/>
            <a:ext cx="1371600" cy="4318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92F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zh-CN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Outbox</a:t>
            </a:r>
          </a:p>
          <a:p>
            <a:pPr algn="ctr"/>
            <a:r>
              <a:rPr lang="zh-CN" altLang="en-US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异步任务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21AF7FD-1DD3-48CC-BD4C-40D5FDC402FA}"/>
              </a:ext>
            </a:extLst>
          </p:cNvPr>
          <p:cNvCxnSpPr/>
          <p:nvPr/>
        </p:nvCxnSpPr>
        <p:spPr>
          <a:xfrm>
            <a:off x="6400800" y="685800"/>
            <a:ext cx="0" cy="3505200"/>
          </a:xfrm>
          <a:prstGeom prst="line">
            <a:avLst/>
          </a:prstGeom>
          <a:ln w="13970">
            <a:solidFill>
              <a:srgbClr val="6880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F14B839-B7C8-4425-8CD6-45C0CCA9CEE0}"/>
              </a:ext>
            </a:extLst>
          </p:cNvPr>
          <p:cNvSpPr/>
          <p:nvPr/>
        </p:nvSpPr>
        <p:spPr>
          <a:xfrm>
            <a:off x="7543800" y="228600"/>
            <a:ext cx="1371600" cy="4318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92F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zh-CN" altLang="en-US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外部适配器</a:t>
            </a:r>
          </a:p>
          <a:p>
            <a:pPr algn="ctr"/>
            <a:r>
              <a:rPr lang="zh-CN" altLang="en-US" sz="1050" b="1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既有系统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E74F83-861F-4C57-8EB4-8E66202D7453}"/>
              </a:ext>
            </a:extLst>
          </p:cNvPr>
          <p:cNvCxnSpPr/>
          <p:nvPr/>
        </p:nvCxnSpPr>
        <p:spPr>
          <a:xfrm>
            <a:off x="8229600" y="685800"/>
            <a:ext cx="0" cy="3505200"/>
          </a:xfrm>
          <a:prstGeom prst="line">
            <a:avLst/>
          </a:prstGeom>
          <a:ln w="13970">
            <a:solidFill>
              <a:srgbClr val="6880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F0630DA-A195-478E-86C7-9AB119D67044}"/>
              </a:ext>
            </a:extLst>
          </p:cNvPr>
          <p:cNvCxnSpPr/>
          <p:nvPr/>
        </p:nvCxnSpPr>
        <p:spPr>
          <a:xfrm>
            <a:off x="914400" y="990600"/>
            <a:ext cx="1828800" cy="0"/>
          </a:xfrm>
          <a:prstGeom prst="straightConnector1">
            <a:avLst/>
          </a:prstGeom>
          <a:ln w="15875">
            <a:solidFill>
              <a:srgbClr val="192F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8A506B4-E9D2-42DA-B2B8-0E983EC961AF}"/>
              </a:ext>
            </a:extLst>
          </p:cNvPr>
          <p:cNvSpPr txBox="1"/>
          <p:nvPr/>
        </p:nvSpPr>
        <p:spPr>
          <a:xfrm>
            <a:off x="939800" y="833566"/>
            <a:ext cx="1778000" cy="261610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850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POST /incidents/{id}/start-response</a:t>
            </a:r>
            <a:endParaRPr lang="zh-CN" altLang="en-US" sz="850">
              <a:solidFill>
                <a:srgbClr val="192F4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2E6B4FE-28BD-4AD1-B756-392B7AF3C0E4}"/>
              </a:ext>
            </a:extLst>
          </p:cNvPr>
          <p:cNvCxnSpPr/>
          <p:nvPr/>
        </p:nvCxnSpPr>
        <p:spPr>
          <a:xfrm>
            <a:off x="2743200" y="1422400"/>
            <a:ext cx="1828800" cy="0"/>
          </a:xfrm>
          <a:prstGeom prst="straightConnector1">
            <a:avLst/>
          </a:prstGeom>
          <a:ln w="15875">
            <a:solidFill>
              <a:srgbClr val="192F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82C6D7F-C35B-4D51-AC84-83C5D67D8E99}"/>
              </a:ext>
            </a:extLst>
          </p:cNvPr>
          <p:cNvSpPr txBox="1"/>
          <p:nvPr/>
        </p:nvSpPr>
        <p:spPr>
          <a:xfrm>
            <a:off x="2768600" y="1265366"/>
            <a:ext cx="17780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zh-CN" altLang="en-US" sz="850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鉴权、状态与版本校验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957E945-A883-4B76-BA1D-2B14067F880F}"/>
              </a:ext>
            </a:extLst>
          </p:cNvPr>
          <p:cNvCxnSpPr/>
          <p:nvPr/>
        </p:nvCxnSpPr>
        <p:spPr>
          <a:xfrm>
            <a:off x="4572000" y="1854200"/>
            <a:ext cx="1828800" cy="0"/>
          </a:xfrm>
          <a:prstGeom prst="straightConnector1">
            <a:avLst/>
          </a:prstGeom>
          <a:ln w="15875">
            <a:solidFill>
              <a:srgbClr val="192F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A461C1F-292D-43DA-B8AA-4CC02F1BFF4F}"/>
              </a:ext>
            </a:extLst>
          </p:cNvPr>
          <p:cNvSpPr txBox="1"/>
          <p:nvPr/>
        </p:nvSpPr>
        <p:spPr>
          <a:xfrm>
            <a:off x="4597400" y="1762568"/>
            <a:ext cx="17780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zh-CN" altLang="en-US" sz="850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同事务：响应上下文、任务、</a:t>
            </a:r>
            <a:r>
              <a:rPr lang="en-US" altLang="zh-CN" sz="850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Outbox</a:t>
            </a:r>
            <a:endParaRPr lang="zh-CN" altLang="en-US" sz="850">
              <a:solidFill>
                <a:srgbClr val="192F4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6875C23-0060-42C2-9617-13A196B610C9}"/>
              </a:ext>
            </a:extLst>
          </p:cNvPr>
          <p:cNvCxnSpPr/>
          <p:nvPr/>
        </p:nvCxnSpPr>
        <p:spPr>
          <a:xfrm flipH="1">
            <a:off x="2743200" y="2286000"/>
            <a:ext cx="1828800" cy="0"/>
          </a:xfrm>
          <a:prstGeom prst="straightConnector1">
            <a:avLst/>
          </a:prstGeom>
          <a:ln w="15875">
            <a:solidFill>
              <a:srgbClr val="C36023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610ACF5-CCBA-4A24-B1D4-98D292A27125}"/>
              </a:ext>
            </a:extLst>
          </p:cNvPr>
          <p:cNvSpPr txBox="1"/>
          <p:nvPr/>
        </p:nvSpPr>
        <p:spPr>
          <a:xfrm>
            <a:off x="2768600" y="2128966"/>
            <a:ext cx="17780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zh-CN" altLang="en-US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提交结果 </a:t>
            </a:r>
            <a:r>
              <a:rPr lang="en-US" altLang="zh-CN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traceId</a:t>
            </a:r>
            <a:endParaRPr lang="zh-CN" altLang="en-US" sz="850">
              <a:solidFill>
                <a:srgbClr val="C3602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46F1ABF-1A9C-4817-BC97-91D72303C0F6}"/>
              </a:ext>
            </a:extLst>
          </p:cNvPr>
          <p:cNvCxnSpPr/>
          <p:nvPr/>
        </p:nvCxnSpPr>
        <p:spPr>
          <a:xfrm flipH="1">
            <a:off x="914400" y="2717800"/>
            <a:ext cx="1828800" cy="0"/>
          </a:xfrm>
          <a:prstGeom prst="straightConnector1">
            <a:avLst/>
          </a:prstGeom>
          <a:ln w="15875">
            <a:solidFill>
              <a:srgbClr val="C36023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DB798A6-EA2C-4C9F-BDAC-646DFD605DE6}"/>
              </a:ext>
            </a:extLst>
          </p:cNvPr>
          <p:cNvSpPr txBox="1"/>
          <p:nvPr/>
        </p:nvSpPr>
        <p:spPr>
          <a:xfrm>
            <a:off x="939800" y="2626168"/>
            <a:ext cx="17780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lang="zh-CN" altLang="en-US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：已受理（预案启动目标≤</a:t>
            </a:r>
            <a:r>
              <a:rPr lang="en-US" altLang="zh-CN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秒）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D03BF61-35A1-49DC-B516-42692C546868}"/>
              </a:ext>
            </a:extLst>
          </p:cNvPr>
          <p:cNvCxnSpPr/>
          <p:nvPr/>
        </p:nvCxnSpPr>
        <p:spPr>
          <a:xfrm>
            <a:off x="6400800" y="3149600"/>
            <a:ext cx="1828800" cy="0"/>
          </a:xfrm>
          <a:prstGeom prst="straightConnector1">
            <a:avLst/>
          </a:prstGeom>
          <a:ln w="15875">
            <a:solidFill>
              <a:srgbClr val="192F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C521F6E7-7D99-482F-A00E-24540392B56D}"/>
              </a:ext>
            </a:extLst>
          </p:cNvPr>
          <p:cNvSpPr txBox="1"/>
          <p:nvPr/>
        </p:nvSpPr>
        <p:spPr>
          <a:xfrm>
            <a:off x="6426200" y="3057968"/>
            <a:ext cx="17780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zh-CN" altLang="en-US" sz="850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提交后：消息、投影、专业系统调用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2313A2F-B00F-453C-B408-8CDF2710E854}"/>
              </a:ext>
            </a:extLst>
          </p:cNvPr>
          <p:cNvCxnSpPr/>
          <p:nvPr/>
        </p:nvCxnSpPr>
        <p:spPr>
          <a:xfrm flipH="1">
            <a:off x="6400800" y="3581400"/>
            <a:ext cx="1828800" cy="0"/>
          </a:xfrm>
          <a:prstGeom prst="straightConnector1">
            <a:avLst/>
          </a:prstGeom>
          <a:ln w="15875">
            <a:solidFill>
              <a:srgbClr val="C36023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6F1F414-CB3B-442B-9F72-3D616BABA48A}"/>
              </a:ext>
            </a:extLst>
          </p:cNvPr>
          <p:cNvSpPr txBox="1"/>
          <p:nvPr/>
        </p:nvSpPr>
        <p:spPr>
          <a:xfrm>
            <a:off x="6426200" y="3424366"/>
            <a:ext cx="17780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zh-CN" altLang="en-US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受理 </a:t>
            </a:r>
            <a:r>
              <a:rPr lang="en-US" altLang="zh-CN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回执 </a:t>
            </a:r>
            <a:r>
              <a:rPr lang="en-US" altLang="zh-CN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 </a:t>
            </a:r>
            <a:r>
              <a:rPr lang="en-US" altLang="zh-CN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超时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EFE0DAE-D473-4A69-8F0A-F508FA85D616}"/>
              </a:ext>
            </a:extLst>
          </p:cNvPr>
          <p:cNvCxnSpPr/>
          <p:nvPr/>
        </p:nvCxnSpPr>
        <p:spPr>
          <a:xfrm flipH="1">
            <a:off x="4572000" y="4013200"/>
            <a:ext cx="1828800" cy="0"/>
          </a:xfrm>
          <a:prstGeom prst="straightConnector1">
            <a:avLst/>
          </a:prstGeom>
          <a:ln w="15875">
            <a:solidFill>
              <a:srgbClr val="C36023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7048E9A-4261-4881-903D-7FF0723CF53D}"/>
              </a:ext>
            </a:extLst>
          </p:cNvPr>
          <p:cNvSpPr txBox="1"/>
          <p:nvPr/>
        </p:nvSpPr>
        <p:spPr>
          <a:xfrm>
            <a:off x="4597400" y="3856166"/>
            <a:ext cx="17780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zh-CN" altLang="en-US" sz="850">
                <a:solidFill>
                  <a:srgbClr val="C360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幂等更新投递状态与审计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751E667-683C-4EBC-B8C3-FB954191E6D6}"/>
              </a:ext>
            </a:extLst>
          </p:cNvPr>
          <p:cNvSpPr/>
          <p:nvPr/>
        </p:nvSpPr>
        <p:spPr>
          <a:xfrm>
            <a:off x="1397000" y="4241800"/>
            <a:ext cx="6350000" cy="292100"/>
          </a:xfrm>
          <a:prstGeom prst="roundRect">
            <a:avLst/>
          </a:prstGeom>
          <a:solidFill>
            <a:srgbClr val="F2EBDC"/>
          </a:solidFill>
          <a:ln w="11430">
            <a:solidFill>
              <a:srgbClr val="192F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zh-CN" altLang="en-US" sz="850">
                <a:solidFill>
                  <a:srgbClr val="192F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同步事务只确认本系统事实；外部失败不回滚已确认事件。门禁命令超时标记“结果未知”，禁止自动重放。</a:t>
            </a:r>
          </a:p>
        </p:txBody>
      </p:sp>
    </p:spTree>
    <p:extLst>
      <p:ext uri="{BB962C8B-B14F-4D97-AF65-F5344CB8AC3E}">
        <p14:creationId xmlns:p14="http://schemas.microsoft.com/office/powerpoint/2010/main" val="226211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宇 严</dc:creator>
  <cp:lastModifiedBy>宇 严</cp:lastModifiedBy>
  <cp:revision>1</cp:revision>
  <dcterms:created xsi:type="dcterms:W3CDTF">2026-09-18T07:20:13Z</dcterms:created>
  <dcterms:modified xsi:type="dcterms:W3CDTF">2026-09-18T07:20:13Z</dcterms:modified>
</cp:coreProperties>
</file>