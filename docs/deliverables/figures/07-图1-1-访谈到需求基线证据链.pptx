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3810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7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F8DD12-CA5F-4920-8532-D70901A8C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3535"/>
            <a:ext cx="9144000" cy="1326444"/>
          </a:xfrm>
        </p:spPr>
        <p:txBody>
          <a:bodyPr anchor="b"/>
          <a:lstStyle>
            <a:lvl1pPr algn="ctr">
              <a:defRPr sz="333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E596C9B-6049-4966-95D0-E73C51646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01132"/>
            <a:ext cx="9144000" cy="919868"/>
          </a:xfrm>
        </p:spPr>
        <p:txBody>
          <a:bodyPr/>
          <a:lstStyle>
            <a:lvl1pPr marL="0" indent="0" algn="ctr">
              <a:buNone/>
              <a:defRPr sz="1333"/>
            </a:lvl1pPr>
            <a:lvl2pPr marL="254020" indent="0" algn="ctr">
              <a:buNone/>
              <a:defRPr sz="1111"/>
            </a:lvl2pPr>
            <a:lvl3pPr marL="508041" indent="0" algn="ctr">
              <a:buNone/>
              <a:defRPr sz="1000"/>
            </a:lvl3pPr>
            <a:lvl4pPr marL="762061" indent="0" algn="ctr">
              <a:buNone/>
              <a:defRPr sz="889"/>
            </a:lvl4pPr>
            <a:lvl5pPr marL="1016081" indent="0" algn="ctr">
              <a:buNone/>
              <a:defRPr sz="889"/>
            </a:lvl5pPr>
            <a:lvl6pPr marL="1270102" indent="0" algn="ctr">
              <a:buNone/>
              <a:defRPr sz="889"/>
            </a:lvl6pPr>
            <a:lvl7pPr marL="1524122" indent="0" algn="ctr">
              <a:buNone/>
              <a:defRPr sz="889"/>
            </a:lvl7pPr>
            <a:lvl8pPr marL="1778142" indent="0" algn="ctr">
              <a:buNone/>
              <a:defRPr sz="889"/>
            </a:lvl8pPr>
            <a:lvl9pPr marL="2032163" indent="0" algn="ctr">
              <a:buNone/>
              <a:defRPr sz="889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187423-DD68-43D0-A925-673058046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0EA4A-4748-4BCE-82A9-2EEA6B93D3B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36DBE1-35D2-407F-8422-F2B628484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91D3A5-A4B2-47F6-9563-C3048B34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CB2B-F5C0-4300-88BA-C4C83EE49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404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5C47D-487F-4328-B4BE-FA39F7CE3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E54B65-1E2A-4836-B53A-EA2EC00DF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E9F5C2-41E9-4371-BD2D-D30CC7113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0EA4A-4748-4BCE-82A9-2EEA6B93D3B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265931-463D-42E2-A190-A325FF1E4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2F1BFE-144B-471D-8651-E45D77E8A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CB2B-F5C0-4300-88BA-C4C83EE49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875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4E7B6-763B-4507-B3E4-82A2A45F0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949855"/>
            <a:ext cx="10515600" cy="1584854"/>
          </a:xfrm>
        </p:spPr>
        <p:txBody>
          <a:bodyPr anchor="b"/>
          <a:lstStyle>
            <a:lvl1pPr>
              <a:defRPr sz="333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0D0E03-DED1-4B3C-A392-2343AAAA7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549702"/>
            <a:ext cx="10515600" cy="833437"/>
          </a:xfrm>
        </p:spPr>
        <p:txBody>
          <a:bodyPr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254020" indent="0">
              <a:buNone/>
              <a:defRPr sz="1111">
                <a:solidFill>
                  <a:schemeClr val="tx1">
                    <a:tint val="75000"/>
                  </a:schemeClr>
                </a:solidFill>
              </a:defRPr>
            </a:lvl2pPr>
            <a:lvl3pPr marL="508041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762061" indent="0">
              <a:buNone/>
              <a:defRPr sz="889">
                <a:solidFill>
                  <a:schemeClr val="tx1">
                    <a:tint val="75000"/>
                  </a:schemeClr>
                </a:solidFill>
              </a:defRPr>
            </a:lvl4pPr>
            <a:lvl5pPr marL="1016081" indent="0">
              <a:buNone/>
              <a:defRPr sz="889">
                <a:solidFill>
                  <a:schemeClr val="tx1">
                    <a:tint val="75000"/>
                  </a:schemeClr>
                </a:solidFill>
              </a:defRPr>
            </a:lvl5pPr>
            <a:lvl6pPr marL="1270102" indent="0">
              <a:buNone/>
              <a:defRPr sz="889">
                <a:solidFill>
                  <a:schemeClr val="tx1">
                    <a:tint val="75000"/>
                  </a:schemeClr>
                </a:solidFill>
              </a:defRPr>
            </a:lvl6pPr>
            <a:lvl7pPr marL="1524122" indent="0">
              <a:buNone/>
              <a:defRPr sz="889">
                <a:solidFill>
                  <a:schemeClr val="tx1">
                    <a:tint val="75000"/>
                  </a:schemeClr>
                </a:solidFill>
              </a:defRPr>
            </a:lvl7pPr>
            <a:lvl8pPr marL="1778142" indent="0">
              <a:buNone/>
              <a:defRPr sz="889">
                <a:solidFill>
                  <a:schemeClr val="tx1">
                    <a:tint val="75000"/>
                  </a:schemeClr>
                </a:solidFill>
              </a:defRPr>
            </a:lvl8pPr>
            <a:lvl9pPr marL="2032163" indent="0">
              <a:buNone/>
              <a:defRPr sz="8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FF5FBF-5CDE-4A60-BE98-6E692B27C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0EA4A-4748-4BCE-82A9-2EEA6B93D3B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EED3B5-C869-4B3F-BC05-AF89F7887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C75D7B-EEAD-48FB-AD80-EEBDDD319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CB2B-F5C0-4300-88BA-C4C83EE49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95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9A05D7-A5E5-4263-A482-CF8098D0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C45B01-D985-4B40-BE87-F249F38B5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14236"/>
            <a:ext cx="5181600" cy="24174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4C91B1-61AD-4D50-80A4-7305E4CF4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14236"/>
            <a:ext cx="5181600" cy="24174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2B4C89-4C86-4B4E-8ECB-08405A1BC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0EA4A-4748-4BCE-82A9-2EEA6B93D3B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54C5E9-F9FC-4662-A881-B77F6C77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BF234F-914E-46F2-9C70-22F349122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CB2B-F5C0-4300-88BA-C4C83EE49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859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58CB5D-EDB5-4A32-9EFF-DB7E5175E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02847"/>
            <a:ext cx="10515600" cy="73642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3AC086-902F-471B-AAD8-63EEAE335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933979"/>
            <a:ext cx="5157787" cy="457729"/>
          </a:xfrm>
        </p:spPr>
        <p:txBody>
          <a:bodyPr anchor="b"/>
          <a:lstStyle>
            <a:lvl1pPr marL="0" indent="0">
              <a:buNone/>
              <a:defRPr sz="1333" b="1"/>
            </a:lvl1pPr>
            <a:lvl2pPr marL="254020" indent="0">
              <a:buNone/>
              <a:defRPr sz="1111" b="1"/>
            </a:lvl2pPr>
            <a:lvl3pPr marL="508041" indent="0">
              <a:buNone/>
              <a:defRPr sz="1000" b="1"/>
            </a:lvl3pPr>
            <a:lvl4pPr marL="762061" indent="0">
              <a:buNone/>
              <a:defRPr sz="889" b="1"/>
            </a:lvl4pPr>
            <a:lvl5pPr marL="1016081" indent="0">
              <a:buNone/>
              <a:defRPr sz="889" b="1"/>
            </a:lvl5pPr>
            <a:lvl6pPr marL="1270102" indent="0">
              <a:buNone/>
              <a:defRPr sz="889" b="1"/>
            </a:lvl6pPr>
            <a:lvl7pPr marL="1524122" indent="0">
              <a:buNone/>
              <a:defRPr sz="889" b="1"/>
            </a:lvl7pPr>
            <a:lvl8pPr marL="1778142" indent="0">
              <a:buNone/>
              <a:defRPr sz="889" b="1"/>
            </a:lvl8pPr>
            <a:lvl9pPr marL="2032163" indent="0">
              <a:buNone/>
              <a:defRPr sz="88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B061A6-B9CB-4116-A9BC-3E42A8B35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1391709"/>
            <a:ext cx="5157787" cy="20469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E7E7B57-40D9-48FC-9E64-F04F274ED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933979"/>
            <a:ext cx="5183188" cy="457729"/>
          </a:xfrm>
        </p:spPr>
        <p:txBody>
          <a:bodyPr anchor="b"/>
          <a:lstStyle>
            <a:lvl1pPr marL="0" indent="0">
              <a:buNone/>
              <a:defRPr sz="1333" b="1"/>
            </a:lvl1pPr>
            <a:lvl2pPr marL="254020" indent="0">
              <a:buNone/>
              <a:defRPr sz="1111" b="1"/>
            </a:lvl2pPr>
            <a:lvl3pPr marL="508041" indent="0">
              <a:buNone/>
              <a:defRPr sz="1000" b="1"/>
            </a:lvl3pPr>
            <a:lvl4pPr marL="762061" indent="0">
              <a:buNone/>
              <a:defRPr sz="889" b="1"/>
            </a:lvl4pPr>
            <a:lvl5pPr marL="1016081" indent="0">
              <a:buNone/>
              <a:defRPr sz="889" b="1"/>
            </a:lvl5pPr>
            <a:lvl6pPr marL="1270102" indent="0">
              <a:buNone/>
              <a:defRPr sz="889" b="1"/>
            </a:lvl6pPr>
            <a:lvl7pPr marL="1524122" indent="0">
              <a:buNone/>
              <a:defRPr sz="889" b="1"/>
            </a:lvl7pPr>
            <a:lvl8pPr marL="1778142" indent="0">
              <a:buNone/>
              <a:defRPr sz="889" b="1"/>
            </a:lvl8pPr>
            <a:lvl9pPr marL="2032163" indent="0">
              <a:buNone/>
              <a:defRPr sz="88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4B757AE-E6A9-4ACF-9426-B3A74DAD4D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391709"/>
            <a:ext cx="5183188" cy="20469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91B06F7-B4D7-457A-BEC3-D3723367F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0EA4A-4748-4BCE-82A9-2EEA6B93D3B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1A96944-3719-476C-8B01-10F959F2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C599311-932F-4042-A9F6-AE49F1B66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CB2B-F5C0-4300-88BA-C4C83EE49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130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BFFC66-C827-4A28-A65C-FA94CADEC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1D0867D-FBE9-40C4-BA0F-336456A3C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0EA4A-4748-4BCE-82A9-2EEA6B93D3B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A5C089-8604-4C4B-B7AD-16030543B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A34C5B-5D5F-4980-A4C2-3083CF4A8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CB2B-F5C0-4300-88BA-C4C83EE49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857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F92265C-B64C-4B41-A043-2F3365100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0EA4A-4748-4BCE-82A9-2EEA6B93D3B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63CFDD-DA9B-4B6E-A171-A1E2E17C7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B1CF9B-6F4C-493D-95D6-C3EB3BF8F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CB2B-F5C0-4300-88BA-C4C83EE49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897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3AE5F-7885-43A9-B904-0BE34DBB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254000"/>
            <a:ext cx="3932237" cy="889000"/>
          </a:xfrm>
        </p:spPr>
        <p:txBody>
          <a:bodyPr anchor="b"/>
          <a:lstStyle>
            <a:lvl1pPr>
              <a:defRPr sz="177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3C22BC-A756-4DFD-8DAF-1EB36A19F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548570"/>
            <a:ext cx="6172200" cy="2707569"/>
          </a:xfrm>
        </p:spPr>
        <p:txBody>
          <a:bodyPr/>
          <a:lstStyle>
            <a:lvl1pPr>
              <a:defRPr sz="1778"/>
            </a:lvl1pPr>
            <a:lvl2pPr>
              <a:defRPr sz="1556"/>
            </a:lvl2pPr>
            <a:lvl3pPr>
              <a:defRPr sz="1333"/>
            </a:lvl3pPr>
            <a:lvl4pPr>
              <a:defRPr sz="1111"/>
            </a:lvl4pPr>
            <a:lvl5pPr>
              <a:defRPr sz="1111"/>
            </a:lvl5pPr>
            <a:lvl6pPr>
              <a:defRPr sz="1111"/>
            </a:lvl6pPr>
            <a:lvl7pPr>
              <a:defRPr sz="1111"/>
            </a:lvl7pPr>
            <a:lvl8pPr>
              <a:defRPr sz="1111"/>
            </a:lvl8pPr>
            <a:lvl9pPr>
              <a:defRPr sz="111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661464-3010-4FFF-9339-11B1AEF55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1143000"/>
            <a:ext cx="3932237" cy="2117549"/>
          </a:xfrm>
        </p:spPr>
        <p:txBody>
          <a:bodyPr/>
          <a:lstStyle>
            <a:lvl1pPr marL="0" indent="0">
              <a:buNone/>
              <a:defRPr sz="889"/>
            </a:lvl1pPr>
            <a:lvl2pPr marL="254020" indent="0">
              <a:buNone/>
              <a:defRPr sz="778"/>
            </a:lvl2pPr>
            <a:lvl3pPr marL="508041" indent="0">
              <a:buNone/>
              <a:defRPr sz="667"/>
            </a:lvl3pPr>
            <a:lvl4pPr marL="762061" indent="0">
              <a:buNone/>
              <a:defRPr sz="556"/>
            </a:lvl4pPr>
            <a:lvl5pPr marL="1016081" indent="0">
              <a:buNone/>
              <a:defRPr sz="556"/>
            </a:lvl5pPr>
            <a:lvl6pPr marL="1270102" indent="0">
              <a:buNone/>
              <a:defRPr sz="556"/>
            </a:lvl6pPr>
            <a:lvl7pPr marL="1524122" indent="0">
              <a:buNone/>
              <a:defRPr sz="556"/>
            </a:lvl7pPr>
            <a:lvl8pPr marL="1778142" indent="0">
              <a:buNone/>
              <a:defRPr sz="556"/>
            </a:lvl8pPr>
            <a:lvl9pPr marL="2032163" indent="0">
              <a:buNone/>
              <a:defRPr sz="55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4A13B3-EB42-4A09-B332-9885875CE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0EA4A-4748-4BCE-82A9-2EEA6B93D3B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B82205-D278-4504-B437-13AE69BD3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BA6768-8A5F-4A75-AE25-6AD2592B9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CB2B-F5C0-4300-88BA-C4C83EE49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275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3CDADB-48DB-48CC-A648-35C41FDDD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254000"/>
            <a:ext cx="3932237" cy="889000"/>
          </a:xfrm>
        </p:spPr>
        <p:txBody>
          <a:bodyPr anchor="b"/>
          <a:lstStyle>
            <a:lvl1pPr>
              <a:defRPr sz="177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06FFECD-44C7-41D2-AC65-72BF5288F9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48570"/>
            <a:ext cx="6172200" cy="2707569"/>
          </a:xfrm>
        </p:spPr>
        <p:txBody>
          <a:bodyPr/>
          <a:lstStyle>
            <a:lvl1pPr marL="0" indent="0">
              <a:buNone/>
              <a:defRPr sz="1778"/>
            </a:lvl1pPr>
            <a:lvl2pPr marL="254020" indent="0">
              <a:buNone/>
              <a:defRPr sz="1556"/>
            </a:lvl2pPr>
            <a:lvl3pPr marL="508041" indent="0">
              <a:buNone/>
              <a:defRPr sz="1333"/>
            </a:lvl3pPr>
            <a:lvl4pPr marL="762061" indent="0">
              <a:buNone/>
              <a:defRPr sz="1111"/>
            </a:lvl4pPr>
            <a:lvl5pPr marL="1016081" indent="0">
              <a:buNone/>
              <a:defRPr sz="1111"/>
            </a:lvl5pPr>
            <a:lvl6pPr marL="1270102" indent="0">
              <a:buNone/>
              <a:defRPr sz="1111"/>
            </a:lvl6pPr>
            <a:lvl7pPr marL="1524122" indent="0">
              <a:buNone/>
              <a:defRPr sz="1111"/>
            </a:lvl7pPr>
            <a:lvl8pPr marL="1778142" indent="0">
              <a:buNone/>
              <a:defRPr sz="1111"/>
            </a:lvl8pPr>
            <a:lvl9pPr marL="2032163" indent="0">
              <a:buNone/>
              <a:defRPr sz="1111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2433D0-86F1-43E3-A299-DBD284C06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1143000"/>
            <a:ext cx="3932237" cy="2117549"/>
          </a:xfrm>
        </p:spPr>
        <p:txBody>
          <a:bodyPr/>
          <a:lstStyle>
            <a:lvl1pPr marL="0" indent="0">
              <a:buNone/>
              <a:defRPr sz="889"/>
            </a:lvl1pPr>
            <a:lvl2pPr marL="254020" indent="0">
              <a:buNone/>
              <a:defRPr sz="778"/>
            </a:lvl2pPr>
            <a:lvl3pPr marL="508041" indent="0">
              <a:buNone/>
              <a:defRPr sz="667"/>
            </a:lvl3pPr>
            <a:lvl4pPr marL="762061" indent="0">
              <a:buNone/>
              <a:defRPr sz="556"/>
            </a:lvl4pPr>
            <a:lvl5pPr marL="1016081" indent="0">
              <a:buNone/>
              <a:defRPr sz="556"/>
            </a:lvl5pPr>
            <a:lvl6pPr marL="1270102" indent="0">
              <a:buNone/>
              <a:defRPr sz="556"/>
            </a:lvl6pPr>
            <a:lvl7pPr marL="1524122" indent="0">
              <a:buNone/>
              <a:defRPr sz="556"/>
            </a:lvl7pPr>
            <a:lvl8pPr marL="1778142" indent="0">
              <a:buNone/>
              <a:defRPr sz="556"/>
            </a:lvl8pPr>
            <a:lvl9pPr marL="2032163" indent="0">
              <a:buNone/>
              <a:defRPr sz="55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B70789-38CE-4933-B358-32A3A53EF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0EA4A-4748-4BCE-82A9-2EEA6B93D3B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C08865-22D3-4FC7-A4B9-7CCAD2559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8502BF-A0DD-40B9-A915-9110AEFEF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CB2B-F5C0-4300-88BA-C4C83EE49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910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19B019-96F5-4BFF-B985-FF4799877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D560AE-BFDC-4BD5-BE33-4BB863EF2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63855A-355C-426B-A418-FF58F2C6C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0EA4A-4748-4BCE-82A9-2EEA6B93D3B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57E322-F0BC-4156-9897-FF2C85267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06FDE-7D21-4F76-B993-07722A8BF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CB2B-F5C0-4300-88BA-C4C83EE49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722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AB81ADB-5357-4C43-8077-21CA4F000D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202847"/>
            <a:ext cx="2628900" cy="32287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818585-DC2B-4A1A-B758-9C06AEA06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02847"/>
            <a:ext cx="7734300" cy="32287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A2961B-1D00-4281-966A-221BCB408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0EA4A-4748-4BCE-82A9-2EEA6B93D3B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5DDC79-B30F-4CB5-98CA-3431E544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938501-493F-442A-A552-7B1BE72AA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CB2B-F5C0-4300-88BA-C4C83EE49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071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DBABEA-A02C-42C3-B62E-0636D24B6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847"/>
            <a:ext cx="10515600" cy="73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62A6B1-5FCC-4840-9E58-78AD5583B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14236"/>
            <a:ext cx="10515600" cy="2417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76F8F5-D676-48BF-B684-B10F8C6A65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3531306"/>
            <a:ext cx="2743200" cy="20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0EA4A-4748-4BCE-82A9-2EEA6B93D3BE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7AF4C3-C76B-4241-A62E-EB0E00997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3531306"/>
            <a:ext cx="4114800" cy="20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57F169-DBFA-4063-98EA-BE49C13F92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3531306"/>
            <a:ext cx="2743200" cy="20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ACB2B-F5C0-4300-88BA-C4C83EE490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358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08041" rtl="0" eaLnBrk="1" latinLnBrk="0" hangingPunct="1">
        <a:lnSpc>
          <a:spcPct val="90000"/>
        </a:lnSpc>
        <a:spcBef>
          <a:spcPct val="0"/>
        </a:spcBef>
        <a:buNone/>
        <a:defRPr sz="24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7010" indent="-127010" algn="l" defTabSz="508041" rtl="0" eaLnBrk="1" latinLnBrk="0" hangingPunct="1">
        <a:lnSpc>
          <a:spcPct val="90000"/>
        </a:lnSpc>
        <a:spcBef>
          <a:spcPts val="556"/>
        </a:spcBef>
        <a:buFont typeface="Arial" panose="020B0604020202020204" pitchFamily="34" charset="0"/>
        <a:buChar char="•"/>
        <a:defRPr sz="1556" kern="1200">
          <a:solidFill>
            <a:schemeClr val="tx1"/>
          </a:solidFill>
          <a:latin typeface="+mn-lt"/>
          <a:ea typeface="+mn-ea"/>
          <a:cs typeface="+mn-cs"/>
        </a:defRPr>
      </a:lvl1pPr>
      <a:lvl2pPr marL="381030" indent="-127010" algn="l" defTabSz="508041" rtl="0" eaLnBrk="1" latinLnBrk="0" hangingPunct="1">
        <a:lnSpc>
          <a:spcPct val="90000"/>
        </a:lnSpc>
        <a:spcBef>
          <a:spcPts val="278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2pPr>
      <a:lvl3pPr marL="635051" indent="-127010" algn="l" defTabSz="508041" rtl="0" eaLnBrk="1" latinLnBrk="0" hangingPunct="1">
        <a:lnSpc>
          <a:spcPct val="90000"/>
        </a:lnSpc>
        <a:spcBef>
          <a:spcPts val="278"/>
        </a:spcBef>
        <a:buFont typeface="Arial" panose="020B0604020202020204" pitchFamily="34" charset="0"/>
        <a:buChar char="•"/>
        <a:defRPr sz="1111" kern="1200">
          <a:solidFill>
            <a:schemeClr val="tx1"/>
          </a:solidFill>
          <a:latin typeface="+mn-lt"/>
          <a:ea typeface="+mn-ea"/>
          <a:cs typeface="+mn-cs"/>
        </a:defRPr>
      </a:lvl3pPr>
      <a:lvl4pPr marL="889071" indent="-127010" algn="l" defTabSz="508041" rtl="0" eaLnBrk="1" latinLnBrk="0" hangingPunct="1">
        <a:lnSpc>
          <a:spcPct val="90000"/>
        </a:lnSpc>
        <a:spcBef>
          <a:spcPts val="278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91" indent="-127010" algn="l" defTabSz="508041" rtl="0" eaLnBrk="1" latinLnBrk="0" hangingPunct="1">
        <a:lnSpc>
          <a:spcPct val="90000"/>
        </a:lnSpc>
        <a:spcBef>
          <a:spcPts val="278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397112" indent="-127010" algn="l" defTabSz="508041" rtl="0" eaLnBrk="1" latinLnBrk="0" hangingPunct="1">
        <a:lnSpc>
          <a:spcPct val="90000"/>
        </a:lnSpc>
        <a:spcBef>
          <a:spcPts val="278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51132" indent="-127010" algn="l" defTabSz="508041" rtl="0" eaLnBrk="1" latinLnBrk="0" hangingPunct="1">
        <a:lnSpc>
          <a:spcPct val="90000"/>
        </a:lnSpc>
        <a:spcBef>
          <a:spcPts val="278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05152" indent="-127010" algn="l" defTabSz="508041" rtl="0" eaLnBrk="1" latinLnBrk="0" hangingPunct="1">
        <a:lnSpc>
          <a:spcPct val="90000"/>
        </a:lnSpc>
        <a:spcBef>
          <a:spcPts val="278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59173" indent="-127010" algn="l" defTabSz="508041" rtl="0" eaLnBrk="1" latinLnBrk="0" hangingPunct="1">
        <a:lnSpc>
          <a:spcPct val="90000"/>
        </a:lnSpc>
        <a:spcBef>
          <a:spcPts val="278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08041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4020" algn="l" defTabSz="508041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08041" algn="l" defTabSz="508041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62061" algn="l" defTabSz="508041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16081" algn="l" defTabSz="508041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70102" algn="l" defTabSz="508041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24122" algn="l" defTabSz="508041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78142" algn="l" defTabSz="508041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32163" algn="l" defTabSz="508041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53703B97-6988-4ADB-9DF8-48BBF6BDBB84}"/>
              </a:ext>
            </a:extLst>
          </p:cNvPr>
          <p:cNvGrpSpPr/>
          <p:nvPr/>
        </p:nvGrpSpPr>
        <p:grpSpPr>
          <a:xfrm>
            <a:off x="2612572" y="0"/>
            <a:ext cx="6966857" cy="2177143"/>
            <a:chOff x="0" y="0"/>
            <a:chExt cx="12192000" cy="38100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4F319F2-C16B-4422-966E-589FC366DC2F}"/>
                </a:ext>
              </a:extLst>
            </p:cNvPr>
            <p:cNvSpPr/>
            <p:nvPr/>
          </p:nvSpPr>
          <p:spPr>
            <a:xfrm>
              <a:off x="0" y="0"/>
              <a:ext cx="12192000" cy="3810000"/>
            </a:xfrm>
            <a:prstGeom prst="rect">
              <a:avLst/>
            </a:prstGeom>
            <a:solidFill>
              <a:srgbClr val="F8F8F8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  <a:alpha val="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29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1F2AA769-A78A-4360-95F2-3C1014FDE25A}"/>
                </a:ext>
              </a:extLst>
            </p:cNvPr>
            <p:cNvSpPr txBox="1"/>
            <p:nvPr/>
          </p:nvSpPr>
          <p:spPr>
            <a:xfrm>
              <a:off x="3175001" y="317501"/>
              <a:ext cx="5842001" cy="469376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zh-CN" altLang="en-US" sz="1143" b="1">
                  <a:latin typeface="Times New Roman" panose="02020603050405020304" pitchFamily="18" charset="0"/>
                  <a:ea typeface="黑体" panose="02010609060101010101" pitchFamily="49" charset="-122"/>
                </a:rPr>
                <a:t>从访谈输入到需求基线的证据链</a:t>
              </a:r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3765B4F0-EB88-4043-AE1E-5C38EB13A8AF}"/>
                </a:ext>
              </a:extLst>
            </p:cNvPr>
            <p:cNvSpPr/>
            <p:nvPr/>
          </p:nvSpPr>
          <p:spPr>
            <a:xfrm>
              <a:off x="444500" y="1270000"/>
              <a:ext cx="1905000" cy="889000"/>
            </a:xfrm>
            <a:prstGeom prst="roundRect">
              <a:avLst/>
            </a:prstGeom>
            <a:solidFill>
              <a:srgbClr val="F0E9E5"/>
            </a:solidFill>
            <a:ln w="158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71">
                  <a:latin typeface="Times New Roman" panose="02020603050405020304" pitchFamily="18" charset="0"/>
                  <a:ea typeface="黑体" panose="02010609060101010101" pitchFamily="49" charset="-122"/>
                </a:rPr>
                <a:t>虚拟用户画像</a:t>
              </a:r>
            </a:p>
            <a:p>
              <a:pPr algn="ctr"/>
              <a:r>
                <a:rPr lang="en-US" altLang="zh-CN" sz="971">
                  <a:latin typeface="Times New Roman" panose="02020603050405020304" pitchFamily="18" charset="0"/>
                  <a:ea typeface="黑体" panose="02010609060101010101" pitchFamily="49" charset="-122"/>
                </a:rPr>
                <a:t>5 </a:t>
              </a:r>
              <a:r>
                <a:rPr lang="zh-CN" altLang="en-US" sz="971">
                  <a:latin typeface="Times New Roman" panose="02020603050405020304" pitchFamily="18" charset="0"/>
                  <a:ea typeface="黑体" panose="02010609060101010101" pitchFamily="49" charset="-122"/>
                </a:rPr>
                <a:t>类角色</a:t>
              </a:r>
            </a:p>
          </p:txBody>
        </p: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C12FB89C-E62A-4FD2-B6FA-BE5075B8E387}"/>
                </a:ext>
              </a:extLst>
            </p:cNvPr>
            <p:cNvCxnSpPr/>
            <p:nvPr/>
          </p:nvCxnSpPr>
          <p:spPr>
            <a:xfrm>
              <a:off x="2349500" y="1714500"/>
              <a:ext cx="469900" cy="0"/>
            </a:xfrm>
            <a:prstGeom prst="straightConnector1">
              <a:avLst/>
            </a:prstGeom>
            <a:ln w="19050">
              <a:solidFill>
                <a:srgbClr val="80808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03CF065E-BDD8-4715-AF7A-82572FA6D64C}"/>
                </a:ext>
              </a:extLst>
            </p:cNvPr>
            <p:cNvSpPr/>
            <p:nvPr/>
          </p:nvSpPr>
          <p:spPr>
            <a:xfrm>
              <a:off x="2819400" y="1270000"/>
              <a:ext cx="1905000" cy="889000"/>
            </a:xfrm>
            <a:prstGeom prst="roundRect">
              <a:avLst/>
            </a:prstGeom>
            <a:solidFill>
              <a:srgbClr val="EAF0E0"/>
            </a:solidFill>
            <a:ln w="158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71">
                  <a:latin typeface="Times New Roman" panose="02020603050405020304" pitchFamily="18" charset="0"/>
                  <a:ea typeface="黑体" panose="02010609060101010101" pitchFamily="49" charset="-122"/>
                </a:rPr>
                <a:t>访谈痛点与目标</a:t>
              </a:r>
            </a:p>
            <a:p>
              <a:pPr algn="ctr"/>
              <a:r>
                <a:rPr lang="en-US" altLang="zh-CN" sz="971">
                  <a:latin typeface="Times New Roman" panose="02020603050405020304" pitchFamily="18" charset="0"/>
                  <a:ea typeface="黑体" panose="02010609060101010101" pitchFamily="49" charset="-122"/>
                </a:rPr>
                <a:t>5 </a:t>
              </a:r>
              <a:r>
                <a:rPr lang="zh-CN" altLang="en-US" sz="971">
                  <a:latin typeface="Times New Roman" panose="02020603050405020304" pitchFamily="18" charset="0"/>
                  <a:ea typeface="黑体" panose="02010609060101010101" pitchFamily="49" charset="-122"/>
                </a:rPr>
                <a:t>份摘要</a:t>
              </a: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0AE37404-44DB-4D6A-9D42-65C6BD2184D9}"/>
                </a:ext>
              </a:extLst>
            </p:cNvPr>
            <p:cNvCxnSpPr/>
            <p:nvPr/>
          </p:nvCxnSpPr>
          <p:spPr>
            <a:xfrm>
              <a:off x="4724400" y="1714500"/>
              <a:ext cx="469900" cy="0"/>
            </a:xfrm>
            <a:prstGeom prst="straightConnector1">
              <a:avLst/>
            </a:prstGeom>
            <a:ln w="19050">
              <a:solidFill>
                <a:srgbClr val="80808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28F41FF0-C7AA-42BB-8130-964319C2468B}"/>
                </a:ext>
              </a:extLst>
            </p:cNvPr>
            <p:cNvSpPr/>
            <p:nvPr/>
          </p:nvSpPr>
          <p:spPr>
            <a:xfrm>
              <a:off x="5194300" y="1270000"/>
              <a:ext cx="1905000" cy="889000"/>
            </a:xfrm>
            <a:prstGeom prst="roundRect">
              <a:avLst/>
            </a:prstGeom>
            <a:solidFill>
              <a:srgbClr val="F0E9E5"/>
            </a:solidFill>
            <a:ln w="158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71">
                  <a:latin typeface="Times New Roman" panose="02020603050405020304" pitchFamily="18" charset="0"/>
                  <a:ea typeface="黑体" panose="02010609060101010101" pitchFamily="49" charset="-122"/>
                </a:rPr>
                <a:t>用户故事</a:t>
              </a:r>
            </a:p>
            <a:p>
              <a:pPr algn="ctr"/>
              <a:r>
                <a:rPr lang="en-US" altLang="zh-CN" sz="971">
                  <a:latin typeface="Times New Roman" panose="02020603050405020304" pitchFamily="18" charset="0"/>
                  <a:ea typeface="黑体" panose="02010609060101010101" pitchFamily="49" charset="-122"/>
                </a:rPr>
                <a:t>29 </a:t>
              </a:r>
              <a:r>
                <a:rPr lang="zh-CN" altLang="en-US" sz="971">
                  <a:latin typeface="Times New Roman" panose="02020603050405020304" pitchFamily="18" charset="0"/>
                  <a:ea typeface="黑体" panose="02010609060101010101" pitchFamily="49" charset="-122"/>
                </a:rPr>
                <a:t>条 </a:t>
              </a:r>
              <a:r>
                <a:rPr lang="en-US" altLang="zh-CN" sz="971">
                  <a:latin typeface="Times New Roman" panose="02020603050405020304" pitchFamily="18" charset="0"/>
                  <a:ea typeface="黑体" panose="02010609060101010101" pitchFamily="49" charset="-122"/>
                </a:rPr>
                <a:t>MVP</a:t>
              </a:r>
              <a:endParaRPr lang="zh-CN" altLang="en-US" sz="97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1B4DE910-5643-4131-8978-41A2BFF9BC00}"/>
                </a:ext>
              </a:extLst>
            </p:cNvPr>
            <p:cNvCxnSpPr/>
            <p:nvPr/>
          </p:nvCxnSpPr>
          <p:spPr>
            <a:xfrm>
              <a:off x="7099300" y="1714500"/>
              <a:ext cx="469900" cy="0"/>
            </a:xfrm>
            <a:prstGeom prst="straightConnector1">
              <a:avLst/>
            </a:prstGeom>
            <a:ln w="19050">
              <a:solidFill>
                <a:srgbClr val="80808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D47041E4-A6A5-493A-8836-A6842BA75504}"/>
                </a:ext>
              </a:extLst>
            </p:cNvPr>
            <p:cNvSpPr/>
            <p:nvPr/>
          </p:nvSpPr>
          <p:spPr>
            <a:xfrm>
              <a:off x="7569200" y="1270000"/>
              <a:ext cx="1905000" cy="889000"/>
            </a:xfrm>
            <a:prstGeom prst="roundRect">
              <a:avLst/>
            </a:prstGeom>
            <a:solidFill>
              <a:srgbClr val="EAF0E0"/>
            </a:solidFill>
            <a:ln w="158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71">
                  <a:latin typeface="Times New Roman" panose="02020603050405020304" pitchFamily="18" charset="0"/>
                  <a:ea typeface="黑体" panose="02010609060101010101" pitchFamily="49" charset="-122"/>
                </a:rPr>
                <a:t>MoSCoW </a:t>
              </a:r>
              <a:r>
                <a:rPr lang="zh-CN" altLang="en-US" sz="971">
                  <a:latin typeface="Times New Roman" panose="02020603050405020304" pitchFamily="18" charset="0"/>
                  <a:ea typeface="黑体" panose="02010609060101010101" pitchFamily="49" charset="-122"/>
                </a:rPr>
                <a:t>判定</a:t>
              </a:r>
            </a:p>
            <a:p>
              <a:pPr algn="ctr"/>
              <a:r>
                <a:rPr lang="en-US" altLang="zh-CN" sz="971">
                  <a:latin typeface="Times New Roman" panose="02020603050405020304" pitchFamily="18" charset="0"/>
                  <a:ea typeface="黑体" panose="02010609060101010101" pitchFamily="49" charset="-122"/>
                </a:rPr>
                <a:t>10 </a:t>
              </a:r>
              <a:r>
                <a:rPr lang="zh-CN" altLang="en-US" sz="971">
                  <a:latin typeface="Times New Roman" panose="02020603050405020304" pitchFamily="18" charset="0"/>
                  <a:ea typeface="黑体" panose="02010609060101010101" pitchFamily="49" charset="-122"/>
                </a:rPr>
                <a:t>条非 </a:t>
              </a:r>
              <a:r>
                <a:rPr lang="en-US" altLang="zh-CN" sz="971">
                  <a:latin typeface="Times New Roman" panose="02020603050405020304" pitchFamily="18" charset="0"/>
                  <a:ea typeface="黑体" panose="02010609060101010101" pitchFamily="49" charset="-122"/>
                </a:rPr>
                <a:t>MVP FR</a:t>
              </a:r>
              <a:endParaRPr lang="zh-CN" altLang="en-US" sz="97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7A583390-59C6-4598-B9D7-C0CC72D78CA8}"/>
                </a:ext>
              </a:extLst>
            </p:cNvPr>
            <p:cNvCxnSpPr/>
            <p:nvPr/>
          </p:nvCxnSpPr>
          <p:spPr>
            <a:xfrm>
              <a:off x="9474200" y="1714500"/>
              <a:ext cx="469900" cy="0"/>
            </a:xfrm>
            <a:prstGeom prst="straightConnector1">
              <a:avLst/>
            </a:prstGeom>
            <a:ln w="19050">
              <a:solidFill>
                <a:srgbClr val="80808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E4C96580-89A0-4714-9BBE-EDDECA574312}"/>
                </a:ext>
              </a:extLst>
            </p:cNvPr>
            <p:cNvSpPr/>
            <p:nvPr/>
          </p:nvSpPr>
          <p:spPr>
            <a:xfrm>
              <a:off x="9944100" y="1270000"/>
              <a:ext cx="1905000" cy="889000"/>
            </a:xfrm>
            <a:prstGeom prst="roundRect">
              <a:avLst/>
            </a:prstGeom>
            <a:solidFill>
              <a:srgbClr val="F0E9E5"/>
            </a:solidFill>
            <a:ln w="158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71">
                  <a:latin typeface="Times New Roman" panose="02020603050405020304" pitchFamily="18" charset="0"/>
                  <a:ea typeface="黑体" panose="02010609060101010101" pitchFamily="49" charset="-122"/>
                </a:rPr>
                <a:t>需求基线衔接</a:t>
              </a:r>
            </a:p>
            <a:p>
              <a:pPr algn="ctr"/>
              <a:r>
                <a:rPr lang="en-US" altLang="zh-CN" sz="971">
                  <a:latin typeface="Times New Roman" panose="02020603050405020304" pitchFamily="18" charset="0"/>
                  <a:ea typeface="黑体" panose="02010609060101010101" pitchFamily="49" charset="-122"/>
                </a:rPr>
                <a:t>SRS / spec / RTM</a:t>
              </a:r>
              <a:endParaRPr lang="zh-CN" altLang="en-US" sz="97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4136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自定义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宇 严</dc:creator>
  <cp:lastModifiedBy>宇 严</cp:lastModifiedBy>
  <cp:revision>1</cp:revision>
  <dcterms:created xsi:type="dcterms:W3CDTF">2026-09-13T17:09:03Z</dcterms:created>
  <dcterms:modified xsi:type="dcterms:W3CDTF">2026-09-13T17:09:03Z</dcterms:modified>
</cp:coreProperties>
</file>