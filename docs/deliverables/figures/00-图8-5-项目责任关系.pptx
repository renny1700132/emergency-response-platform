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EDFB6-0F1E-4495-B2F9-85CE60169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8CF9E8-9266-4EE4-82E1-F44DEF589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72E51-9624-4FB1-9748-DC070FBC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40346-55EE-46CF-B247-548717AD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14F271-3DB8-4E42-A010-FEA95A08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88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58E72-24F0-48A5-98FD-14B7ADD8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955CA-AA43-4EF7-BE1A-85574BA0B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BBEBA-84E3-4199-A539-C8BE6D58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CA83F-133A-4C21-B042-D5F2127F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EF114-FBCF-4145-8A33-46908B42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54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B4D3E-CCFB-4DBB-BD62-6E0105EFE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4A7C7-2420-4039-AA67-EF0DFFC1B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A2009-C362-4580-AB9E-25DEE783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BDBA2-99ED-4E17-AF27-99895893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D81A6-1126-4605-99D3-03C4761E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6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3CB8-D12D-4F1E-A794-0AE79B6C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EF13F3-0C8D-4646-AE98-0558D88AB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AE90B6-2CE5-4CAF-AD6B-FF70BF662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84D96D-17E3-446E-A3FD-A9C59AB2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18264C-91DA-4621-B6E4-10CE6994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B5F62E-3E43-43A9-BB1E-F16AA193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47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5AC4B-D5F2-4A04-92AE-ED1DB3C2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E3CA6E-1BAD-489D-93E7-257D4B050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716915-0B80-48B2-9F8B-10ABA1984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FD7D36-8979-4560-8DFA-0F011CF2D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44B1FC-AC1C-4A80-9EA9-FAA721C0A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F517C0-7C3B-4237-8959-8753E6336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76D63B-3D3D-4E24-925D-8AFA4C96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F51600-127A-438C-95CB-DAA0C552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59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C7841-8FDE-482B-99CD-34E673B9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D22FF2-BB2D-49A7-804D-3318CFDF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537DC8-4782-4B0E-AEB2-E49924B3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6A7492-84AB-40E3-8CDA-A998AEB0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87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079487-3911-403A-B4E1-7CEC4277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91AFB9-418E-466A-807D-3A723981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60505-FE01-4674-B2AA-85068C27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1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E7CC4-B4F3-4396-9C71-092011AA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D765F6-A8A9-4FB8-B54E-0B02EBD19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0B1B69-DF18-4BA8-A576-9D7637225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433B87-DE7C-4D62-954D-2F1C1129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E6E3CE-1CF8-46E6-B217-C01ACB69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26D68A-EF9C-4717-BEDC-BD07304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3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9452F-4561-4F84-8EE5-BD535F18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9D872C-23BC-49CD-95C9-74C857A40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DF06E8-5235-4A39-BDE6-F7C398428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9FB85-6E20-43E2-BFFE-D8C42489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E13F4F-1C72-4CB0-89F9-D45F4F2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682A62-C921-4658-8464-EF9E6B1C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5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9CFE1-0C2A-43A7-BCDE-57529A0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C1950F-1E25-4E3E-9EDD-CFA57BD46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B71471-310B-4731-B735-A5F9066B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D31A6-D325-4E84-B0B6-EDBAE79D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7F28E5-C8CC-4362-BD9C-09619EC5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094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025211-88BC-4723-AFDD-4B34D1D20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143B1-5DB7-48BD-BE3A-EA61D4E42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5A51AE-7FDE-40FC-8646-983DBDF2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1FE69-A2BE-4898-AA1D-16B74CB3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4ECA8-E56E-4CC6-B180-19D49939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69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37B53C-CBDB-4ABF-9D96-99E09367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06BE83-5ADA-4E46-B996-FE96B2A5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6674B7-327F-4B9D-BA99-F4766F98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A2F51-7325-4D4F-9E56-DEE71F3E333D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38EE1-919C-4669-8124-5532DAA60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462BF-ED8E-4301-8511-0F2796E19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9E8D6-36C9-429C-9D18-1ECA20308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39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7F4FCB-70DB-4851-80B6-76DF3FDCE885}"/>
              </a:ext>
            </a:extLst>
          </p:cNvPr>
          <p:cNvSpPr txBox="1"/>
          <p:nvPr/>
        </p:nvSpPr>
        <p:spPr>
          <a:xfrm>
            <a:off x="508000" y="1475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项目责任关系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6916068-9B19-4053-A1F6-BA08D5EA5AA3}"/>
              </a:ext>
            </a:extLst>
          </p:cNvPr>
          <p:cNvSpPr/>
          <p:nvPr/>
        </p:nvSpPr>
        <p:spPr>
          <a:xfrm>
            <a:off x="3429000" y="660400"/>
            <a:ext cx="2286000" cy="8636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何思源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项目经理 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PM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总编与最终质量负责人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727904D-A240-4C53-B327-B42B84E941E7}"/>
              </a:ext>
            </a:extLst>
          </p:cNvPr>
          <p:cNvSpPr/>
          <p:nvPr/>
        </p:nvSpPr>
        <p:spPr>
          <a:xfrm>
            <a:off x="1333500" y="2032000"/>
            <a:ext cx="2603500" cy="8890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严宇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技术负责人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架构师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方案、接口与技术验证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8D731C3-463F-4568-ACA7-BFC88C4E3142}"/>
              </a:ext>
            </a:extLst>
          </p:cNvPr>
          <p:cNvSpPr/>
          <p:nvPr/>
        </p:nvSpPr>
        <p:spPr>
          <a:xfrm>
            <a:off x="5207000" y="2032000"/>
            <a:ext cx="2603500" cy="8890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任俊强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需求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质量 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合规负责人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条款、数字与符合性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965684C-C1E8-471C-A7C4-09F92D55D65C}"/>
              </a:ext>
            </a:extLst>
          </p:cNvPr>
          <p:cNvCxnSpPr>
            <a:cxnSpLocks/>
            <a:stCxn id="3" idx="2"/>
            <a:endCxn id="4" idx="3"/>
          </p:cNvCxnSpPr>
          <p:nvPr/>
        </p:nvCxnSpPr>
        <p:spPr>
          <a:xfrm flipH="1">
            <a:off x="3937000" y="1524000"/>
            <a:ext cx="635000" cy="95250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D99FC5-2A8C-4FE7-9810-1C673CA1BFAB}"/>
              </a:ext>
            </a:extLst>
          </p:cNvPr>
          <p:cNvCxnSpPr>
            <a:cxnSpLocks/>
            <a:stCxn id="3" idx="2"/>
            <a:endCxn id="5" idx="1"/>
          </p:cNvCxnSpPr>
          <p:nvPr/>
        </p:nvCxnSpPr>
        <p:spPr>
          <a:xfrm>
            <a:off x="4572000" y="1524000"/>
            <a:ext cx="635000" cy="95250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68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2026-09-12T17:48:53Z</dcterms:created>
  <dcterms:modified xsi:type="dcterms:W3CDTF">2026-09-12T17:48:53Z</dcterms:modified>
</cp:coreProperties>
</file>