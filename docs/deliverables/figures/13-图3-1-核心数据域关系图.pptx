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45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778343-80AE-4DF6-A035-9333D17F87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3C07D5E-E047-4B75-9C41-8FA3B341BE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C3E6FF5-E0FD-4C67-9771-B5238E57BD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94EAA-B241-4152-B503-A20182B8C382}" type="datetimeFigureOut">
              <a:rPr lang="zh-CN" altLang="en-US" smtClean="0"/>
              <a:t>2026/9/17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90D0918-FED5-44B3-B8F9-3E375517EB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05AB45D-478E-42F2-A644-5A2F95248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C3065-8A97-4A2A-9FFB-766F3C2919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65120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910F81-3481-4116-A59C-3DFA33FEB5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05FB3B1-B8CE-4462-992E-E33F3C54A4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09C91EB-0395-4019-A537-B4CDEC01A0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94EAA-B241-4152-B503-A20182B8C382}" type="datetimeFigureOut">
              <a:rPr lang="zh-CN" altLang="en-US" smtClean="0"/>
              <a:t>2026/9/17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3E23BC3-4FF8-4255-A320-8D65D69B84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E048DCA-F268-4BDC-A09A-9D4A821DC7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C3065-8A97-4A2A-9FFB-766F3C2919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13932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AEE28F-3B91-4C9B-A5C4-17B25438D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157FB1A-03DC-44D5-ACAF-1A0F6EE090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4C0B5E1-0ACA-454C-BDC5-5E249B2561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94EAA-B241-4152-B503-A20182B8C382}" type="datetimeFigureOut">
              <a:rPr lang="zh-CN" altLang="en-US" smtClean="0"/>
              <a:t>2026/9/17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E12BBF1-5267-4250-9CE5-B22858EE7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008F4F2-0EA5-4621-B62E-3447182BD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C3065-8A97-4A2A-9FFB-766F3C2919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88065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3854B6-4C9E-4E2B-A770-0C8926E4B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CE71911-B6C3-4380-BB1C-1D665D8899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1866C6E-9F76-4532-9969-C64CFEE51C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5BCA873-5796-40A1-B12D-CCB87838B2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94EAA-B241-4152-B503-A20182B8C382}" type="datetimeFigureOut">
              <a:rPr lang="zh-CN" altLang="en-US" smtClean="0"/>
              <a:t>2026/9/17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C909C40-F2B1-49B4-8ED6-1A563E501E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DEA4AEE-90F4-4572-85CC-FDDC49AF6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C3065-8A97-4A2A-9FFB-766F3C2919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65947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F6EAD0-66EC-41AA-AB9F-20B7E4C98C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9FE16F2-9FC6-4005-9942-F23C573174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6E9DDF1-DD73-4481-B80E-226A13C171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CBBD115-3C34-488F-B7F6-BF7B708627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8E54960-170D-4798-B8EA-D2CFDF8E84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598BDDA-CB05-41B1-98D8-07925E9FC4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94EAA-B241-4152-B503-A20182B8C382}" type="datetimeFigureOut">
              <a:rPr lang="zh-CN" altLang="en-US" smtClean="0"/>
              <a:t>2026/9/17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8850184-E8BE-4307-9178-E3D494A94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2017E94-D337-4860-9C55-5DF9E8441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C3065-8A97-4A2A-9FFB-766F3C2919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93638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00E26E-43DE-4897-8543-BDDA44D422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DFF59B7-3DDB-4F05-8A9C-E6B697B2C5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94EAA-B241-4152-B503-A20182B8C382}" type="datetimeFigureOut">
              <a:rPr lang="zh-CN" altLang="en-US" smtClean="0"/>
              <a:t>2026/9/17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0940FEC-0419-4CAF-B035-EF42BD98E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B954D66-BF2C-400A-BBAD-87950A1FB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C3065-8A97-4A2A-9FFB-766F3C2919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07481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9AF412E-CCA8-47B6-A1D6-467BFC0C2B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94EAA-B241-4152-B503-A20182B8C382}" type="datetimeFigureOut">
              <a:rPr lang="zh-CN" altLang="en-US" smtClean="0"/>
              <a:t>2026/9/17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4D2B7A3-FE8C-4418-8C24-C28CF448AD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3A44BF3-52FE-4FBC-BD12-017B84940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C3065-8A97-4A2A-9FFB-766F3C2919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83061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2BBEB8-2258-4A4C-94B1-7EBDF5E3E1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F2CECCF-BD95-4AE4-AA33-320A42F644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318460F-4249-44B3-9565-BD5C2B97FF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D9E48F0-3F3B-4B19-9D2E-DEFC96743A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94EAA-B241-4152-B503-A20182B8C382}" type="datetimeFigureOut">
              <a:rPr lang="zh-CN" altLang="en-US" smtClean="0"/>
              <a:t>2026/9/17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EBD8DD8-5B0D-4DAD-B87C-2BF83D2C77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E081EE1-F7E3-401B-B01B-5AE79F3AF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C3065-8A97-4A2A-9FFB-766F3C2919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45978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E7927A-7712-4E21-B2CF-6C4891155B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DA51976-E43D-430C-A0A1-1D50D6A988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393A1B5-82C0-4A40-B93E-3419B90C08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6274C16-BEE3-470F-BC33-401697716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94EAA-B241-4152-B503-A20182B8C382}" type="datetimeFigureOut">
              <a:rPr lang="zh-CN" altLang="en-US" smtClean="0"/>
              <a:t>2026/9/17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B430E97-279A-4C33-A8D8-524D054032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3063BFF-9D69-4416-95ED-5F225D878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C3065-8A97-4A2A-9FFB-766F3C2919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62701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D7C485-AFF5-46A8-BBE9-6AF637D98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235FAA7-E4DC-4E53-90B9-BAF6B16EE0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48EACC5-831C-4533-A240-44DC55CDA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94EAA-B241-4152-B503-A20182B8C382}" type="datetimeFigureOut">
              <a:rPr lang="zh-CN" altLang="en-US" smtClean="0"/>
              <a:t>2026/9/17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C813C92-2791-4631-B424-70ECC9E2D7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C1C574E-AE60-486B-86B9-17590F2B8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C3065-8A97-4A2A-9FFB-766F3C2919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44405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16F39E0-91B1-48CD-A68F-60DCFAB381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152D664-9F5E-4DDA-9006-A9A92D9392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1B6E6C7-7E61-44BE-A360-42D8C06F09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94EAA-B241-4152-B503-A20182B8C382}" type="datetimeFigureOut">
              <a:rPr lang="zh-CN" altLang="en-US" smtClean="0"/>
              <a:t>2026/9/17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155E5CE-4C5D-4AD9-B747-6D9995D84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874EC0E-98FA-4C71-92C5-8F7CC1445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C3065-8A97-4A2A-9FFB-766F3C2919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51892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4F052AB-A701-48B3-B61C-933D4A782C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0A1A27B-71A3-4487-93ED-8C5D76C3D8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E1A132E-AEB3-47E0-81DA-E8DC1E16AF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794EAA-B241-4152-B503-A20182B8C382}" type="datetimeFigureOut">
              <a:rPr lang="zh-CN" altLang="en-US" smtClean="0"/>
              <a:t>2026/9/17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7039B2E-47C1-40F7-AE49-95DC165745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436B82-C77B-49D0-88DF-B9631AB6BD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4C3065-8A97-4A2A-9FFB-766F3C2919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7544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>
            <a:extLst>
              <a:ext uri="{FF2B5EF4-FFF2-40B4-BE49-F238E27FC236}">
                <a16:creationId xmlns:a16="http://schemas.microsoft.com/office/drawing/2014/main" id="{363C0EC2-152F-44C2-9BF1-2569B5493929}"/>
              </a:ext>
            </a:extLst>
          </p:cNvPr>
          <p:cNvSpPr/>
          <p:nvPr/>
        </p:nvSpPr>
        <p:spPr>
          <a:xfrm>
            <a:off x="317500" y="406400"/>
            <a:ext cx="1905000" cy="698500"/>
          </a:xfrm>
          <a:prstGeom prst="roundRect">
            <a:avLst/>
          </a:prstGeom>
          <a:solidFill>
            <a:srgbClr val="E1EBF5"/>
          </a:solidFill>
          <a:ln>
            <a:solidFill>
              <a:srgbClr val="505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300">
                <a:latin typeface="瀹嬩綋"/>
              </a:rPr>
              <a:t>棰勬鍩焋</a:t>
            </a:r>
            <a:r>
              <a:rPr lang="en-US" altLang="zh-TW" sz="1300">
                <a:latin typeface="瀹嬩綋"/>
              </a:rPr>
              <a:t>n</a:t>
            </a:r>
            <a:r>
              <a:rPr lang="zh-TW" altLang="en-US" sz="1300">
                <a:latin typeface="瀹嬩綋"/>
              </a:rPr>
              <a:t>鐗堟湰  娴佺▼  妯℃澘</a:t>
            </a:r>
            <a:endParaRPr lang="zh-CN" altLang="en-US" sz="1300">
              <a:latin typeface="瀹嬩綋"/>
            </a:endParaRP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91D23A00-51E8-439D-9CF3-C0C134E6B603}"/>
              </a:ext>
            </a:extLst>
          </p:cNvPr>
          <p:cNvSpPr/>
          <p:nvPr/>
        </p:nvSpPr>
        <p:spPr>
          <a:xfrm>
            <a:off x="2794000" y="406400"/>
            <a:ext cx="1905000" cy="698500"/>
          </a:xfrm>
          <a:prstGeom prst="roundRect">
            <a:avLst/>
          </a:prstGeom>
          <a:solidFill>
            <a:srgbClr val="E1F0E6"/>
          </a:solidFill>
          <a:ln>
            <a:solidFill>
              <a:srgbClr val="505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300">
                <a:latin typeface="瀹嬩綋"/>
              </a:rPr>
              <a:t>浜嬩欢鍩焋</a:t>
            </a:r>
            <a:r>
              <a:rPr lang="en-US" altLang="zh-CN" sz="1300">
                <a:latin typeface="瀹嬩綋"/>
              </a:rPr>
              <a:t>n</a:t>
            </a:r>
            <a:r>
              <a:rPr lang="zh-CN" altLang="en-US" sz="1300">
                <a:latin typeface="瀹嬩綋"/>
              </a:rPr>
              <a:t>浜嬩欢  缁姤  鏍稿疄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E5F26365-E08C-43D8-8E42-33C7B443A2F6}"/>
              </a:ext>
            </a:extLst>
          </p:cNvPr>
          <p:cNvSpPr/>
          <p:nvPr/>
        </p:nvSpPr>
        <p:spPr>
          <a:xfrm>
            <a:off x="5270500" y="406400"/>
            <a:ext cx="1905000" cy="698500"/>
          </a:xfrm>
          <a:prstGeom prst="roundRect">
            <a:avLst/>
          </a:prstGeom>
          <a:solidFill>
            <a:srgbClr val="F5EBD7"/>
          </a:solidFill>
          <a:ln>
            <a:solidFill>
              <a:srgbClr val="505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300">
                <a:latin typeface="瀹嬩綋"/>
              </a:rPr>
              <a:t>浠诲姟鍩焋</a:t>
            </a:r>
            <a:r>
              <a:rPr lang="en-US" altLang="zh-TW" sz="1300">
                <a:latin typeface="瀹嬩綋"/>
              </a:rPr>
              <a:t>n</a:t>
            </a:r>
            <a:r>
              <a:rPr lang="zh-TW" altLang="en-US" sz="1300">
                <a:latin typeface="瀹嬩綋"/>
              </a:rPr>
              <a:t>浠诲姟  鎸囨淳  鍙嶉</a:t>
            </a:r>
            <a:endParaRPr lang="zh-CN" altLang="en-US" sz="1300">
              <a:latin typeface="瀹嬩綋"/>
            </a:endParaRP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F98980DD-E471-4B60-91AE-7856E8F8E145}"/>
              </a:ext>
            </a:extLst>
          </p:cNvPr>
          <p:cNvSpPr/>
          <p:nvPr/>
        </p:nvSpPr>
        <p:spPr>
          <a:xfrm>
            <a:off x="7747000" y="406400"/>
            <a:ext cx="1905000" cy="698500"/>
          </a:xfrm>
          <a:prstGeom prst="roundRect">
            <a:avLst/>
          </a:prstGeom>
          <a:solidFill>
            <a:srgbClr val="EBE6F5"/>
          </a:solidFill>
          <a:ln>
            <a:solidFill>
              <a:srgbClr val="505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300">
                <a:latin typeface="瀹嬩綋"/>
              </a:rPr>
              <a:t>璧勬簮鍩焋</a:t>
            </a:r>
            <a:r>
              <a:rPr lang="en-US" altLang="zh-TW" sz="1300">
                <a:latin typeface="瀹嬩綋"/>
              </a:rPr>
              <a:t>n</a:t>
            </a:r>
            <a:r>
              <a:rPr lang="zh-TW" altLang="en-US" sz="1300">
                <a:latin typeface="瀹嬩綋"/>
              </a:rPr>
              <a:t>浜哄憳  瀹氫綅  鐗╄祫</a:t>
            </a:r>
            <a:endParaRPr lang="zh-CN" altLang="en-US" sz="1300">
              <a:latin typeface="瀹嬩綋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E9A68BE2-FDDE-4BC2-AD0F-B64E27D8B454}"/>
              </a:ext>
            </a:extLst>
          </p:cNvPr>
          <p:cNvSpPr/>
          <p:nvPr/>
        </p:nvSpPr>
        <p:spPr>
          <a:xfrm>
            <a:off x="10096500" y="406400"/>
            <a:ext cx="1778000" cy="698500"/>
          </a:xfrm>
          <a:prstGeom prst="roundRect">
            <a:avLst/>
          </a:prstGeom>
          <a:solidFill>
            <a:srgbClr val="EBF0E1"/>
          </a:solidFill>
          <a:ln>
            <a:solidFill>
              <a:srgbClr val="505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300">
                <a:latin typeface="瀹嬩綋"/>
              </a:rPr>
              <a:t>鍊肩彮婕旂粌
鎵撳崱  璇勪及</a:t>
            </a:r>
            <a:endParaRPr lang="zh-CN" altLang="en-US" sz="1300">
              <a:latin typeface="瀹嬩綋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EB0FA4E8-50C9-493F-9AD9-E661E23C0F7E}"/>
              </a:ext>
            </a:extLst>
          </p:cNvPr>
          <p:cNvSpPr/>
          <p:nvPr/>
        </p:nvSpPr>
        <p:spPr>
          <a:xfrm>
            <a:off x="1841500" y="2730500"/>
            <a:ext cx="2159000" cy="825500"/>
          </a:xfrm>
          <a:prstGeom prst="roundRect">
            <a:avLst/>
          </a:prstGeom>
          <a:solidFill>
            <a:srgbClr val="DAE8F4"/>
          </a:solidFill>
          <a:ln>
            <a:solidFill>
              <a:srgbClr val="505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300">
                <a:latin typeface="瀹嬩綋"/>
              </a:rPr>
              <a:t>涓氬姟浜嬪疄灞俙</a:t>
            </a:r>
            <a:r>
              <a:rPr lang="en-US" altLang="zh-TW" sz="1300">
                <a:latin typeface="瀹嬩綋"/>
              </a:rPr>
              <a:t>n</a:t>
            </a:r>
            <a:r>
              <a:rPr lang="zh-TW" altLang="en-US" sz="1300">
                <a:latin typeface="瀹嬩綋"/>
              </a:rPr>
              <a:t>鍗曚竴鍐欏叆  鐘舵€佺増鏈琡</a:t>
            </a:r>
            <a:r>
              <a:rPr lang="en-US" altLang="zh-TW" sz="1300">
                <a:latin typeface="瀹嬩綋"/>
              </a:rPr>
              <a:t>n</a:t>
            </a:r>
            <a:r>
              <a:rPr lang="zh-TW" altLang="en-US" sz="1300">
                <a:latin typeface="瀹嬩綋"/>
              </a:rPr>
              <a:t>鍥涚被鏃堕棿</a:t>
            </a:r>
            <a:endParaRPr lang="zh-CN" altLang="en-US" sz="1300">
              <a:latin typeface="瀹嬩綋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07671481-F688-41FD-BCBB-C39A410D707C}"/>
              </a:ext>
            </a:extLst>
          </p:cNvPr>
          <p:cNvSpPr/>
          <p:nvPr/>
        </p:nvSpPr>
        <p:spPr>
          <a:xfrm>
            <a:off x="5016500" y="2730500"/>
            <a:ext cx="2159000" cy="825500"/>
          </a:xfrm>
          <a:prstGeom prst="roundRect">
            <a:avLst/>
          </a:prstGeom>
          <a:solidFill>
            <a:srgbClr val="F3E5CC"/>
          </a:solidFill>
          <a:ln>
            <a:solidFill>
              <a:srgbClr val="505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300">
                <a:latin typeface="瀹嬩綋"/>
              </a:rPr>
              <a:t>鍙潬鎬</a:t>
            </a:r>
            <a:r>
              <a:rPr lang="az-Cyrl-AZ" altLang="zh-CN" sz="1300">
                <a:latin typeface="瀹嬩綋"/>
              </a:rPr>
              <a:t>у</a:t>
            </a:r>
            <a:r>
              <a:rPr lang="zh-CN" altLang="en-US" sz="1300">
                <a:latin typeface="瀹嬩綋"/>
              </a:rPr>
              <a:t>眰
</a:t>
            </a:r>
            <a:r>
              <a:rPr lang="en-US" altLang="zh-CN" sz="1300">
                <a:latin typeface="瀹嬩綋"/>
              </a:rPr>
              <a:t>Outbox  </a:t>
            </a:r>
            <a:r>
              <a:rPr lang="zh-CN" altLang="en-US" sz="1300">
                <a:latin typeface="瀹嬩綋"/>
              </a:rPr>
              <a:t>骞傜瓑
娑堟伅鍥炴墽  璋冪敤鏃</a:t>
            </a:r>
            <a:r>
              <a:rPr lang="ja-JP" altLang="en-US" sz="1300">
                <a:latin typeface="瀹嬩綋"/>
              </a:rPr>
              <a:t>ュ</a:t>
            </a:r>
            <a:r>
              <a:rPr lang="zh-CN" altLang="en-US" sz="1300">
                <a:latin typeface="瀹嬩綋"/>
              </a:rPr>
              <a:t>織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4EB286D3-2987-43EA-8C04-C987959D18CD}"/>
              </a:ext>
            </a:extLst>
          </p:cNvPr>
          <p:cNvSpPr/>
          <p:nvPr/>
        </p:nvSpPr>
        <p:spPr>
          <a:xfrm>
            <a:off x="8191500" y="2730500"/>
            <a:ext cx="2159000" cy="825500"/>
          </a:xfrm>
          <a:prstGeom prst="roundRect">
            <a:avLst/>
          </a:prstGeom>
          <a:solidFill>
            <a:srgbClr val="E2EBE0"/>
          </a:solidFill>
          <a:ln>
            <a:solidFill>
              <a:srgbClr val="505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300">
                <a:latin typeface="瀹嬩綋"/>
              </a:rPr>
              <a:t>妯垏鏁版嵁灞俙</a:t>
            </a:r>
            <a:r>
              <a:rPr lang="en-US" altLang="zh-TW" sz="1300">
                <a:latin typeface="瀹嬩綋"/>
              </a:rPr>
              <a:t>n</a:t>
            </a:r>
            <a:r>
              <a:rPr lang="zh-TW" altLang="en-US" sz="1300">
                <a:latin typeface="瀹嬩綋"/>
              </a:rPr>
              <a:t>闄勪欢寮曠敤  瀹</a:t>
            </a:r>
            <a:r>
              <a:rPr lang="en-US" altLang="zh-TW" sz="1300">
                <a:latin typeface="瀹嬩綋"/>
              </a:rPr>
              <a:t>¤
</a:t>
            </a:r>
            <a:r>
              <a:rPr lang="zh-TW" altLang="en-US" sz="1300">
                <a:latin typeface="瀹嬩綋"/>
              </a:rPr>
              <a:t>鍙噸寤烘€佸娍鎶曞奖</a:t>
            </a:r>
            <a:endParaRPr lang="zh-CN" altLang="en-US" sz="1300">
              <a:latin typeface="瀹嬩綋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2E59DD19-23C4-4C1B-A751-B7A18EA2328B}"/>
              </a:ext>
            </a:extLst>
          </p:cNvPr>
          <p:cNvSpPr/>
          <p:nvPr/>
        </p:nvSpPr>
        <p:spPr>
          <a:xfrm>
            <a:off x="1016000" y="5080000"/>
            <a:ext cx="2349500" cy="762000"/>
          </a:xfrm>
          <a:prstGeom prst="roundRect">
            <a:avLst/>
          </a:prstGeom>
          <a:solidFill>
            <a:srgbClr val="F0F0F0"/>
          </a:solidFill>
          <a:ln>
            <a:solidFill>
              <a:srgbClr val="505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300">
                <a:latin typeface="瀹嬩綋"/>
              </a:rPr>
              <a:t>缁熶竴涓彴
韬唤  缁勭粐  鏉冮檺  鏂囦欢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64C34B1B-7C36-4E9B-A61C-81837F758537}"/>
              </a:ext>
            </a:extLst>
          </p:cNvPr>
          <p:cNvSpPr/>
          <p:nvPr/>
        </p:nvSpPr>
        <p:spPr>
          <a:xfrm>
            <a:off x="4889500" y="5080000"/>
            <a:ext cx="2349500" cy="762000"/>
          </a:xfrm>
          <a:prstGeom prst="roundRect">
            <a:avLst/>
          </a:prstGeom>
          <a:solidFill>
            <a:srgbClr val="F0F0F0"/>
          </a:solidFill>
          <a:ln>
            <a:solidFill>
              <a:srgbClr val="505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300">
                <a:latin typeface="瀹嬩綋"/>
              </a:rPr>
              <a:t>鏃㈡湁涓氬姟绯荤粺
瑙嗛  娑堟伅  闂ㄧ  </a:t>
            </a:r>
            <a:r>
              <a:rPr lang="en-US" altLang="zh-TW" sz="1300">
                <a:latin typeface="瀹嬩綋"/>
              </a:rPr>
              <a:t>IoT</a:t>
            </a:r>
            <a:endParaRPr lang="zh-CN" altLang="en-US" sz="1300">
              <a:latin typeface="瀹嬩綋"/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A7FFAE64-58B8-4616-8EF0-0B9F395D9282}"/>
              </a:ext>
            </a:extLst>
          </p:cNvPr>
          <p:cNvSpPr/>
          <p:nvPr/>
        </p:nvSpPr>
        <p:spPr>
          <a:xfrm>
            <a:off x="8826500" y="5080000"/>
            <a:ext cx="2349500" cy="762000"/>
          </a:xfrm>
          <a:prstGeom prst="roundRect">
            <a:avLst/>
          </a:prstGeom>
          <a:solidFill>
            <a:srgbClr val="F0F0F0"/>
          </a:solidFill>
          <a:ln>
            <a:solidFill>
              <a:srgbClr val="505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300">
                <a:latin typeface="瀹嬩綋"/>
              </a:rPr>
              <a:t>杩愮淮涓庢暟鎹不鐞哷</a:t>
            </a:r>
            <a:r>
              <a:rPr lang="en-US" altLang="zh-TW" sz="1300">
                <a:latin typeface="瀹嬩綋"/>
              </a:rPr>
              <a:t>n</a:t>
            </a:r>
            <a:r>
              <a:rPr lang="zh-TW" altLang="en-US" sz="1300">
                <a:latin typeface="瀹嬩綋"/>
              </a:rPr>
              <a:t>澶囦唤  褰掓。  鎭㈠  杩佺</a:t>
            </a:r>
            <a:r>
              <a:rPr lang="en-US" altLang="zh-TW" sz="1300">
                <a:latin typeface="瀹嬩綋"/>
              </a:rPr>
              <a:t>Щ</a:t>
            </a:r>
            <a:endParaRPr lang="zh-CN" altLang="en-US" sz="1300">
              <a:latin typeface="瀹嬩綋"/>
            </a:endParaRPr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92961B7A-DD20-49C8-BE6F-AEC4EF138EB6}"/>
              </a:ext>
            </a:extLst>
          </p:cNvPr>
          <p:cNvCxnSpPr/>
          <p:nvPr/>
        </p:nvCxnSpPr>
        <p:spPr>
          <a:xfrm>
            <a:off x="2222500" y="762000"/>
            <a:ext cx="571500" cy="0"/>
          </a:xfrm>
          <a:prstGeom prst="straightConnector1">
            <a:avLst/>
          </a:prstGeom>
          <a:ln w="15875">
            <a:solidFill>
              <a:srgbClr val="5A5A5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2D0B195F-A48A-4F4B-9DC3-F180B3DE5D65}"/>
              </a:ext>
            </a:extLst>
          </p:cNvPr>
          <p:cNvCxnSpPr/>
          <p:nvPr/>
        </p:nvCxnSpPr>
        <p:spPr>
          <a:xfrm>
            <a:off x="4699000" y="762000"/>
            <a:ext cx="571500" cy="0"/>
          </a:xfrm>
          <a:prstGeom prst="straightConnector1">
            <a:avLst/>
          </a:prstGeom>
          <a:ln w="15875">
            <a:solidFill>
              <a:srgbClr val="5A5A5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A86A4291-36D2-4D31-9274-8DA18010E844}"/>
              </a:ext>
            </a:extLst>
          </p:cNvPr>
          <p:cNvCxnSpPr/>
          <p:nvPr/>
        </p:nvCxnSpPr>
        <p:spPr>
          <a:xfrm>
            <a:off x="7175500" y="762000"/>
            <a:ext cx="571500" cy="0"/>
          </a:xfrm>
          <a:prstGeom prst="straightConnector1">
            <a:avLst/>
          </a:prstGeom>
          <a:ln w="15875">
            <a:solidFill>
              <a:srgbClr val="5A5A5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2A0DB2D5-2334-4C98-8016-899C7F2B034D}"/>
              </a:ext>
            </a:extLst>
          </p:cNvPr>
          <p:cNvCxnSpPr/>
          <p:nvPr/>
        </p:nvCxnSpPr>
        <p:spPr>
          <a:xfrm>
            <a:off x="9652000" y="762000"/>
            <a:ext cx="444500" cy="0"/>
          </a:xfrm>
          <a:prstGeom prst="straightConnector1">
            <a:avLst/>
          </a:prstGeom>
          <a:ln w="15875">
            <a:solidFill>
              <a:srgbClr val="5A5A5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EDB10B5A-D21F-4271-8DE4-97D94762BCE8}"/>
              </a:ext>
            </a:extLst>
          </p:cNvPr>
          <p:cNvCxnSpPr/>
          <p:nvPr/>
        </p:nvCxnSpPr>
        <p:spPr>
          <a:xfrm flipH="1">
            <a:off x="2921000" y="1104900"/>
            <a:ext cx="444500" cy="1625600"/>
          </a:xfrm>
          <a:prstGeom prst="straightConnector1">
            <a:avLst/>
          </a:prstGeom>
          <a:ln w="15875">
            <a:solidFill>
              <a:srgbClr val="5A5A5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70569EBF-5534-49F5-9D52-5191B54B04B6}"/>
              </a:ext>
            </a:extLst>
          </p:cNvPr>
          <p:cNvCxnSpPr/>
          <p:nvPr/>
        </p:nvCxnSpPr>
        <p:spPr>
          <a:xfrm flipH="1">
            <a:off x="6096000" y="1104900"/>
            <a:ext cx="127000" cy="1625600"/>
          </a:xfrm>
          <a:prstGeom prst="straightConnector1">
            <a:avLst/>
          </a:prstGeom>
          <a:ln w="15875">
            <a:solidFill>
              <a:srgbClr val="5A5A5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8D96581E-6742-43E4-84A1-F50F3E0DEEF1}"/>
              </a:ext>
            </a:extLst>
          </p:cNvPr>
          <p:cNvCxnSpPr/>
          <p:nvPr/>
        </p:nvCxnSpPr>
        <p:spPr>
          <a:xfrm>
            <a:off x="8636000" y="1104900"/>
            <a:ext cx="635000" cy="1625600"/>
          </a:xfrm>
          <a:prstGeom prst="straightConnector1">
            <a:avLst/>
          </a:prstGeom>
          <a:ln w="15875">
            <a:solidFill>
              <a:srgbClr val="5A5A5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85A088CD-AFFF-47DF-9F6F-B49FDEBA3BC8}"/>
              </a:ext>
            </a:extLst>
          </p:cNvPr>
          <p:cNvCxnSpPr/>
          <p:nvPr/>
        </p:nvCxnSpPr>
        <p:spPr>
          <a:xfrm>
            <a:off x="4000500" y="3136900"/>
            <a:ext cx="1016000" cy="0"/>
          </a:xfrm>
          <a:prstGeom prst="straightConnector1">
            <a:avLst/>
          </a:prstGeom>
          <a:ln w="15875">
            <a:solidFill>
              <a:srgbClr val="5A5A5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92580A08-EA08-4654-B12E-27A55ECB109F}"/>
              </a:ext>
            </a:extLst>
          </p:cNvPr>
          <p:cNvCxnSpPr/>
          <p:nvPr/>
        </p:nvCxnSpPr>
        <p:spPr>
          <a:xfrm>
            <a:off x="7175500" y="3136900"/>
            <a:ext cx="1016000" cy="0"/>
          </a:xfrm>
          <a:prstGeom prst="straightConnector1">
            <a:avLst/>
          </a:prstGeom>
          <a:ln w="15875">
            <a:solidFill>
              <a:srgbClr val="5A5A5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0D89437D-6BBE-4C4D-A910-0F38FF6597D6}"/>
              </a:ext>
            </a:extLst>
          </p:cNvPr>
          <p:cNvCxnSpPr/>
          <p:nvPr/>
        </p:nvCxnSpPr>
        <p:spPr>
          <a:xfrm flipH="1">
            <a:off x="2184400" y="3556000"/>
            <a:ext cx="736600" cy="1524000"/>
          </a:xfrm>
          <a:prstGeom prst="straightConnector1">
            <a:avLst/>
          </a:prstGeom>
          <a:ln w="15875">
            <a:solidFill>
              <a:srgbClr val="5A5A5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8E536A34-9DEB-477E-9DFE-EC2207D6D8BD}"/>
              </a:ext>
            </a:extLst>
          </p:cNvPr>
          <p:cNvCxnSpPr/>
          <p:nvPr/>
        </p:nvCxnSpPr>
        <p:spPr>
          <a:xfrm flipH="1">
            <a:off x="6057900" y="3556000"/>
            <a:ext cx="38100" cy="1524000"/>
          </a:xfrm>
          <a:prstGeom prst="straightConnector1">
            <a:avLst/>
          </a:prstGeom>
          <a:ln w="15875">
            <a:solidFill>
              <a:srgbClr val="5A5A5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75D7860A-E09B-40C3-9D52-BBF9145B0F16}"/>
              </a:ext>
            </a:extLst>
          </p:cNvPr>
          <p:cNvCxnSpPr/>
          <p:nvPr/>
        </p:nvCxnSpPr>
        <p:spPr>
          <a:xfrm>
            <a:off x="9271000" y="3556000"/>
            <a:ext cx="723900" cy="1524000"/>
          </a:xfrm>
          <a:prstGeom prst="straightConnector1">
            <a:avLst/>
          </a:prstGeom>
          <a:ln w="15875">
            <a:solidFill>
              <a:srgbClr val="5A5A5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2579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219</Words>
  <Application>Microsoft Office PowerPoint</Application>
  <PresentationFormat>自定义</PresentationFormat>
  <Paragraphs>11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瀹嬩綋</vt:lpstr>
      <vt:lpstr>Arial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宇 严</dc:creator>
  <cp:lastModifiedBy>宇 严</cp:lastModifiedBy>
  <cp:revision>1</cp:revision>
  <dcterms:created xsi:type="dcterms:W3CDTF">2026-09-17T08:59:26Z</dcterms:created>
  <dcterms:modified xsi:type="dcterms:W3CDTF">2026-09-17T08:59:26Z</dcterms:modified>
</cp:coreProperties>
</file>