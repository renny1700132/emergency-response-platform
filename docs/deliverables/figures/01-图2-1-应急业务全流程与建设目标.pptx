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3429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8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F9484-4707-4025-8568-F0CDE44C1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61182"/>
            <a:ext cx="6858000" cy="119380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E0AD98-5109-4F2A-BF5C-A377E588E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801019"/>
            <a:ext cx="6858000" cy="827881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37C9A-6146-4ED5-8ADE-930EE8AF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333FDF-BB97-4C44-971E-C98D2DD9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4D83AA-116E-412A-A057-38BE2B5D3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305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B9490-7E2F-4E37-8CE1-7CF818C90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C2436E-04EB-4FB6-A0E0-59BEC6CD1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0C0087-A508-4633-9332-5A902E7A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95F05-7397-4F8F-AD42-CC8E477B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931ECF-7A18-4293-8FA9-FBA31F16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143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804E3-2BD1-4F54-91DC-3BF130A4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54870"/>
            <a:ext cx="7886700" cy="1426369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683DAB-2272-4451-97AF-02928246F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294732"/>
            <a:ext cx="7886700" cy="750094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F86657-4FD3-44AD-95AC-76C9C8C1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7AB01E-F1F1-4B2D-ABE7-6F41D519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7EA8E1-CAC2-45F9-989F-957093723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61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6ECE8-1262-439F-9473-08B08B591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D82AB9-0F02-4C7B-8678-4FA25B93B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B09051-E445-4C48-A39C-E7FE2FD7A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A5B48F-D5F2-418E-8198-0BBA7502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67F1FC-7198-4033-933F-95E2B01C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68A34-0824-4A7D-A33B-C4832DF6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15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DD60C-AE7E-4627-8B1D-2034EC9E5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82563"/>
            <a:ext cx="7886700" cy="6627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D49E6F-F514-4252-AE2C-1C1FCE379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840582"/>
            <a:ext cx="3868340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2EC454-749D-4311-BA7B-43E8A5788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252538"/>
            <a:ext cx="3868340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286345-D98B-4307-897F-96F9B976E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840582"/>
            <a:ext cx="3887391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4FEAF9-33BF-4B92-8548-FBAE6E9FF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252538"/>
            <a:ext cx="3887391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F19F26-2E5D-44E2-8875-BAF99BC8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CA6682-574D-4444-BC68-5D100A1C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148A77-3A03-499A-BCA7-94BAB0F4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42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3EE76-E5C9-4A66-97B2-C9F1FFF5C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F9736D-E918-4706-B6E9-A82B591B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DDAEBA-8A9A-4102-B59E-A31C39D3D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FE87B7-5351-484E-AC18-9B537F79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631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EE4D25-DFC0-4001-AC48-1AC6B11C0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D0CC3A-0A9A-4096-A3C6-556A15652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CBCE8B-BB95-4A95-A010-BB9C1B2C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052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D7F00-9B3F-4C25-99A9-237E621D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A4DA3D-3617-47D2-BE0D-BB896B2EB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9DB6EE-0CB6-4BB5-B462-589E0E24D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E2C432-383B-48E9-9ECA-DAFEDDF2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9C93E3-8276-44B4-AFEC-02E37E4B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0D9B13-9D2D-4A38-A202-A0349795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139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4F965-2656-4929-A6F6-3F029963E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0CAAF9-D0FC-45DD-A75C-FE8C8D405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BF601E-1DEB-41C2-B87C-98E6D2CCD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4CCE2F-22C1-49E2-A672-42298293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E289C9-D815-4F0F-AF1A-72760A7E6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F659A9-000C-42D0-8EC6-CC569832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158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3A93B-B289-4026-BDE4-E2264FF1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16BC43-3737-4385-AC42-A0B33178A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ADE82C-80BB-4E22-9F01-3F9486D65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81C16C-E3F6-40D9-A317-435EA53ED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5EBAD-1A6F-46E0-882B-DCA4C407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40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EB67CB-A712-465E-B30D-1EEC1A627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182563"/>
            <a:ext cx="1971675" cy="290591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E834A0-558D-474B-BCA2-F2DA46470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182563"/>
            <a:ext cx="5800725" cy="290591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8061E9-5D9F-4364-8855-16688D96A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B4F7D-12CC-45D9-BB73-7D5EDBBC3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81293C-3815-45FD-A1C0-CA75A9382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692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73069C-1F8C-47CC-98BE-47D52BFE3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3"/>
            <a:ext cx="78867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F0BB8-E4F9-42CA-A389-5B2D8EB78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912812"/>
            <a:ext cx="788670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94AB1F-3EFA-40A9-B775-F06AE9FF6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B8A83-4391-477D-A8D3-E10F8D300D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2D117C-4997-417A-8A86-45FAD035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3178176"/>
            <a:ext cx="30861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7CDC1B-E1B4-4B8F-AE54-A7CF06B6D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2F2F1-B5BF-477D-8B0D-25482155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6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290693-FC7B-4CE1-AD18-1B09A655A4B5}"/>
              </a:ext>
            </a:extLst>
          </p:cNvPr>
          <p:cNvSpPr txBox="1"/>
          <p:nvPr/>
        </p:nvSpPr>
        <p:spPr>
          <a:xfrm>
            <a:off x="508000" y="172918"/>
            <a:ext cx="8128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应急业务全流程与建设目标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091A079-EC36-4685-BC07-38057E6C48B5}"/>
              </a:ext>
            </a:extLst>
          </p:cNvPr>
          <p:cNvSpPr/>
          <p:nvPr/>
        </p:nvSpPr>
        <p:spPr>
          <a:xfrm>
            <a:off x="381000" y="1066800"/>
            <a:ext cx="1422400" cy="7620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事前准备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预案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资源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值班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演练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B600DAD-01E1-4990-ABB3-B39A2E88B6E5}"/>
              </a:ext>
            </a:extLst>
          </p:cNvPr>
          <p:cNvSpPr/>
          <p:nvPr/>
        </p:nvSpPr>
        <p:spPr>
          <a:xfrm>
            <a:off x="2133600" y="1066800"/>
            <a:ext cx="1422400" cy="7620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事件发现</a:t>
            </a:r>
          </a:p>
          <a:p>
            <a:pPr algn="ctr"/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Web/H5/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告警接入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68995E1-C7A2-499A-9059-DE4D0605DCD3}"/>
              </a:ext>
            </a:extLst>
          </p:cNvPr>
          <p:cNvSpPr/>
          <p:nvPr/>
        </p:nvSpPr>
        <p:spPr>
          <a:xfrm>
            <a:off x="3886200" y="1066800"/>
            <a:ext cx="1422400" cy="762000"/>
          </a:xfrm>
          <a:prstGeom prst="roundRect">
            <a:avLst/>
          </a:prstGeom>
          <a:solidFill>
            <a:srgbClr val="F2EBDC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指挥处置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核实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启动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调度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A75DD7F-EC66-46C5-85A2-B631BA32D33A}"/>
              </a:ext>
            </a:extLst>
          </p:cNvPr>
          <p:cNvSpPr/>
          <p:nvPr/>
        </p:nvSpPr>
        <p:spPr>
          <a:xfrm>
            <a:off x="5638800" y="1066800"/>
            <a:ext cx="1422400" cy="7620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现场执行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反馈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联动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1735F32-049F-4271-8537-477413FF884C}"/>
              </a:ext>
            </a:extLst>
          </p:cNvPr>
          <p:cNvSpPr/>
          <p:nvPr/>
        </p:nvSpPr>
        <p:spPr>
          <a:xfrm>
            <a:off x="7391400" y="1066800"/>
            <a:ext cx="1422400" cy="7620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事后改进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调查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知识沉淀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A9F7623-48E6-432B-8081-A28DC3CA052E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803400" y="14478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91CFC4F-C054-465D-AD5F-6514381F1268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56000" y="14478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6096E9A-550A-485B-8C5E-587DD64CAC7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308600" y="14478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53F5518-39FD-4819-A95F-CB44C9DB3D5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61200" y="14478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5499C8F-1F50-4FCF-B0D5-82ABFDE9EC35}"/>
              </a:ext>
            </a:extLst>
          </p:cNvPr>
          <p:cNvSpPr txBox="1"/>
          <p:nvPr/>
        </p:nvSpPr>
        <p:spPr>
          <a:xfrm>
            <a:off x="698500" y="2281118"/>
            <a:ext cx="7747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C96A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目标：统一态势、秒级响应、全过程留痕；异常时按受控降级转人工处置。</a:t>
            </a:r>
          </a:p>
        </p:txBody>
      </p:sp>
    </p:spTree>
    <p:extLst>
      <p:ext uri="{BB962C8B-B14F-4D97-AF65-F5344CB8AC3E}">
        <p14:creationId xmlns:p14="http://schemas.microsoft.com/office/powerpoint/2010/main" val="2621685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15801502143@163.com</dc:creator>
  <cp:lastModifiedBy>15801502143@163.com</cp:lastModifiedBy>
  <cp:revision>1</cp:revision>
  <dcterms:created xsi:type="dcterms:W3CDTF">2026-09-12T17:48:42Z</dcterms:created>
  <dcterms:modified xsi:type="dcterms:W3CDTF">2026-09-12T17:48:42Z</dcterms:modified>
</cp:coreProperties>
</file>