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3429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8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D7EE33-7B17-4403-A0A0-BB17B0ABD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61182"/>
            <a:ext cx="6858000" cy="1193800"/>
          </a:xfrm>
        </p:spPr>
        <p:txBody>
          <a:bodyPr anchor="b"/>
          <a:lstStyle>
            <a:lvl1pPr algn="ctr">
              <a:defRPr sz="22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538BC9-13C3-441D-9C6A-947F0563D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801019"/>
            <a:ext cx="6858000" cy="827881"/>
          </a:xfrm>
        </p:spPr>
        <p:txBody>
          <a:bodyPr/>
          <a:lstStyle>
            <a:lvl1pPr marL="0" indent="0" algn="ctr">
              <a:buNone/>
              <a:defRPr sz="900"/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173060-973B-4C16-924C-EFFEE3BA8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3D49-F620-4F00-A6F1-1868994B8A7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D29CBC-45CA-47C7-AD57-5F5199FA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F90DA5-9105-40FE-90F6-4DCC4D22E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7A0B-0389-4B4B-AA97-06EFF326A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668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44239-666F-4A16-8D34-AB9A63088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0559D1-16FC-4297-A503-2BD81F208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BEAF34-7807-4BF0-9C78-3A09FD2C7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3D49-F620-4F00-A6F1-1868994B8A7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F3C239-2D97-4C60-AC9C-50144ECFA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705B07-EB31-4C4A-9DD1-60B176B3F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7A0B-0389-4B4B-AA97-06EFF326A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570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EB82A-8CBE-4605-B7AF-1A5F6153E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54870"/>
            <a:ext cx="7886700" cy="1426369"/>
          </a:xfrm>
        </p:spPr>
        <p:txBody>
          <a:bodyPr anchor="b"/>
          <a:lstStyle>
            <a:lvl1pPr>
              <a:defRPr sz="22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314CBF-40EC-492F-B4A2-8026120E4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294732"/>
            <a:ext cx="7886700" cy="750094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17145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2pPr>
            <a:lvl3pPr marL="34290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 marL="5143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4pPr>
            <a:lvl5pPr marL="6858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5pPr>
            <a:lvl6pPr marL="8572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6pPr>
            <a:lvl7pPr marL="10287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7pPr>
            <a:lvl8pPr marL="12001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8pPr>
            <a:lvl9pPr marL="13716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020106-251B-4D0F-85B2-491EB4D55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3D49-F620-4F00-A6F1-1868994B8A7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7BB7F7-C2C9-4D5B-B5B0-05522495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640E15-8163-421D-8B9C-290E3486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7A0B-0389-4B4B-AA97-06EFF326A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13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4A10D8-85A7-4618-9866-52C301B49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0F6FFA-3D91-4334-B682-B5DF15F842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912812"/>
            <a:ext cx="3886200" cy="21756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F6E65F-F7F5-44B9-BF17-7BE193C31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912812"/>
            <a:ext cx="3886200" cy="21756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AABEB2-DDDD-4967-A1B7-CCB167967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3D49-F620-4F00-A6F1-1868994B8A7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EE40E0-500B-42BD-960F-9F37FE18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78F58F-FB3F-476C-8269-177792EA7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7A0B-0389-4B4B-AA97-06EFF326A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38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E6855-0B83-4A80-B411-E07A8DC99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82563"/>
            <a:ext cx="7886700" cy="6627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210D0C-AF16-4E63-9DBA-5F0B10950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840582"/>
            <a:ext cx="3868340" cy="411956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3145CD-FDA2-4C3D-B2FB-C53EA1EE3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252538"/>
            <a:ext cx="3868340" cy="18422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2DFE82-8467-4D25-8ED3-FDE28C1F66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840582"/>
            <a:ext cx="3887391" cy="411956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86CA9E-8859-4527-AB87-051E8F5F6B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252538"/>
            <a:ext cx="3887391" cy="18422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E6E4100-40BA-4C28-9E56-B4E4C1125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3D49-F620-4F00-A6F1-1868994B8A7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02837B9-A776-490E-AF1E-59CC2F589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25AB0AD-AB48-463B-93C5-B1FFD15C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7A0B-0389-4B4B-AA97-06EFF326A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46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F8025-D16E-440F-9BA5-CE79F3A32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8072E47-6C95-422E-82AD-FE99EC1F5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3D49-F620-4F00-A6F1-1868994B8A7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01CB13-0004-4C0C-A215-9A6449FEC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229D54-4DDF-4C09-BD81-AF796C687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7A0B-0389-4B4B-AA97-06EFF326A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451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83D5859-F68B-4370-9F49-513F818B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3D49-F620-4F00-A6F1-1868994B8A7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03A040-62CD-4B8C-B8A6-50401A4F7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E07E33-8743-4792-9568-F26A203DC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7A0B-0389-4B4B-AA97-06EFF326A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869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90CFF4-F47A-499E-9685-9BF3AE8C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28600"/>
            <a:ext cx="2949178" cy="80010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35AE9F-2BAE-4A86-B3F0-7FEFE88D4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93713"/>
            <a:ext cx="4629150" cy="2436813"/>
          </a:xfrm>
        </p:spPr>
        <p:txBody>
          <a:bodyPr/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B935CE-1E68-405F-9222-B1FF6CBC3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028700"/>
            <a:ext cx="2949178" cy="1905794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27AB3E-BD18-4743-B555-D6A811CF4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3D49-F620-4F00-A6F1-1868994B8A7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FF536E-BE79-4C8A-8951-FBCC2ED9C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5DDCDF-13D5-43D1-9862-F6455528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7A0B-0389-4B4B-AA97-06EFF326A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19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B7D301-1592-41B0-8D81-681195579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28600"/>
            <a:ext cx="2949178" cy="80010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9B6AD74-5BB7-4021-8104-0AF1E1F37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93713"/>
            <a:ext cx="4629150" cy="2436813"/>
          </a:xfrm>
        </p:spPr>
        <p:txBody>
          <a:bodyPr/>
          <a:lstStyle>
            <a:lvl1pPr marL="0" indent="0">
              <a:buNone/>
              <a:defRPr sz="1200"/>
            </a:lvl1pPr>
            <a:lvl2pPr marL="171450" indent="0">
              <a:buNone/>
              <a:defRPr sz="1050"/>
            </a:lvl2pPr>
            <a:lvl3pPr marL="342900" indent="0">
              <a:buNone/>
              <a:defRPr sz="900"/>
            </a:lvl3pPr>
            <a:lvl4pPr marL="514350" indent="0">
              <a:buNone/>
              <a:defRPr sz="750"/>
            </a:lvl4pPr>
            <a:lvl5pPr marL="685800" indent="0">
              <a:buNone/>
              <a:defRPr sz="750"/>
            </a:lvl5pPr>
            <a:lvl6pPr marL="857250" indent="0">
              <a:buNone/>
              <a:defRPr sz="750"/>
            </a:lvl6pPr>
            <a:lvl7pPr marL="1028700" indent="0">
              <a:buNone/>
              <a:defRPr sz="750"/>
            </a:lvl7pPr>
            <a:lvl8pPr marL="1200150" indent="0">
              <a:buNone/>
              <a:defRPr sz="750"/>
            </a:lvl8pPr>
            <a:lvl9pPr marL="1371600" indent="0">
              <a:buNone/>
              <a:defRPr sz="75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38CB09-76D4-4838-9115-EC5EE00A5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028700"/>
            <a:ext cx="2949178" cy="1905794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8FB922-3637-4DFE-8AFF-25006A53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3D49-F620-4F00-A6F1-1868994B8A7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C5AD5B-E41C-402E-AAE3-91F751D0E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4361C7-A3E3-4631-BAD9-C71AB267F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7A0B-0389-4B4B-AA97-06EFF326A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036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8E7430-54A8-4D29-B643-F2014EE86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461A70-AEDF-4F1F-9C49-0DCF8E18C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7EC52C-8A0F-4150-AF5C-5E0ADD44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3D49-F620-4F00-A6F1-1868994B8A7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4AB619-6744-4D95-868D-9B381D383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508342-ABC7-4033-8289-BD1BD7C51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7A0B-0389-4B4B-AA97-06EFF326A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533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86480BE-9382-4FFA-8190-61A811B247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182563"/>
            <a:ext cx="1971675" cy="290591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AAB011-6D9C-49F1-A9DE-F6B194130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182563"/>
            <a:ext cx="5800725" cy="290591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F30B9D-19D9-4FA1-98D2-3D6322E6A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3D49-F620-4F00-A6F1-1868994B8A7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68094F-3B37-46D7-B2AE-012BD9E96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F6D72D-FA2F-4989-B38A-DE04EF62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7A0B-0389-4B4B-AA97-06EFF326A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627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EF186A5-BCCE-44F9-A65F-F8A6C4FB0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2563"/>
            <a:ext cx="788670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8AB266-FA75-4E42-AEC1-3FCDC55A5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912812"/>
            <a:ext cx="7886700" cy="217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246628-D659-4145-B1CE-8B487086A6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3178176"/>
            <a:ext cx="20574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E3D49-F620-4F00-A6F1-1868994B8A7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C8465-8B8F-4829-857B-BE7B75C5C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3178176"/>
            <a:ext cx="30861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5A8A04-E9B3-4F31-AA83-70F1D2A362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3178176"/>
            <a:ext cx="20574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07A0B-0389-4B4B-AA97-06EFF326A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110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lnSpc>
          <a:spcPct val="90000"/>
        </a:lnSpc>
        <a:spcBef>
          <a:spcPct val="0"/>
        </a:spcBef>
        <a:buNone/>
        <a:defRPr sz="1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" indent="-85725" algn="l" defTabSz="3429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88E7459-D901-4E5E-A37B-C2B1BDB3D268}"/>
              </a:ext>
            </a:extLst>
          </p:cNvPr>
          <p:cNvSpPr txBox="1"/>
          <p:nvPr/>
        </p:nvSpPr>
        <p:spPr>
          <a:xfrm>
            <a:off x="508000" y="147518"/>
            <a:ext cx="8128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MVP </a:t>
            </a:r>
            <a:r>
              <a:rPr lang="zh-CN" altLang="en-US" sz="15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范围与边界一览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9731D0-1181-4D04-ACAE-A7E18E89E236}"/>
              </a:ext>
            </a:extLst>
          </p:cNvPr>
          <p:cNvSpPr txBox="1"/>
          <p:nvPr/>
        </p:nvSpPr>
        <p:spPr>
          <a:xfrm>
            <a:off x="444500" y="630118"/>
            <a:ext cx="26035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优先形成可验证闭环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6F6486-F637-4D0F-8271-E470E5241C4C}"/>
              </a:ext>
            </a:extLst>
          </p:cNvPr>
          <p:cNvSpPr txBox="1"/>
          <p:nvPr/>
        </p:nvSpPr>
        <p:spPr>
          <a:xfrm>
            <a:off x="3276600" y="630118"/>
            <a:ext cx="26035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同步前置验证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BD2DFF-0C0C-4724-BD10-B96F167C7F92}"/>
              </a:ext>
            </a:extLst>
          </p:cNvPr>
          <p:cNvSpPr txBox="1"/>
          <p:nvPr/>
        </p:nvSpPr>
        <p:spPr>
          <a:xfrm>
            <a:off x="6096000" y="630118"/>
            <a:ext cx="26035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 </a:t>
            </a:r>
            <a:r>
              <a:rPr lang="en-US" altLang="zh-CN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MVP </a:t>
            </a:r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但仍属本期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6413BBF-AAAC-4B29-B45D-D7BAD0AECD60}"/>
              </a:ext>
            </a:extLst>
          </p:cNvPr>
          <p:cNvSpPr/>
          <p:nvPr/>
        </p:nvSpPr>
        <p:spPr>
          <a:xfrm>
            <a:off x="444500" y="1016000"/>
            <a:ext cx="2603500" cy="1320800"/>
          </a:xfrm>
          <a:prstGeom prst="roundRect">
            <a:avLst/>
          </a:prstGeom>
          <a:solidFill>
            <a:srgbClr val="DCE6F2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预案与事件处置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指挥态势与现场执行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演练和值班闭环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BD28504-979F-4F17-A115-34301E3C9B4B}"/>
              </a:ext>
            </a:extLst>
          </p:cNvPr>
          <p:cNvSpPr/>
          <p:nvPr/>
        </p:nvSpPr>
        <p:spPr>
          <a:xfrm>
            <a:off x="3276600" y="1016000"/>
            <a:ext cx="2603500" cy="1320800"/>
          </a:xfrm>
          <a:prstGeom prst="roundRect">
            <a:avLst/>
          </a:prstGeom>
          <a:solidFill>
            <a:srgbClr val="F2EBDC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视频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定位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消息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物联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中台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性能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安全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部署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均按里程碑形成证据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A389187-D368-4C78-8DC8-614C4476DF2C}"/>
              </a:ext>
            </a:extLst>
          </p:cNvPr>
          <p:cNvSpPr/>
          <p:nvPr/>
        </p:nvSpPr>
        <p:spPr>
          <a:xfrm>
            <a:off x="6096000" y="1016000"/>
            <a:ext cx="2603500" cy="132080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其余功能、数据初始化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文档、培训、试运行与服务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全量 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39 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 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 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 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PE 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验收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3076B0-F66E-4D99-8FBE-2927368EC76C}"/>
              </a:ext>
            </a:extLst>
          </p:cNvPr>
          <p:cNvSpPr txBox="1"/>
          <p:nvPr/>
        </p:nvSpPr>
        <p:spPr>
          <a:xfrm>
            <a:off x="571500" y="2649418"/>
            <a:ext cx="8001000" cy="197490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950">
                <a:solidFill>
                  <a:srgbClr val="C96A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明确范围外：既有系统本体改造、硬件采购、地图重测</a:t>
            </a:r>
            <a:r>
              <a:rPr lang="en-US" altLang="zh-CN" sz="950">
                <a:solidFill>
                  <a:srgbClr val="C96A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950">
                <a:solidFill>
                  <a:srgbClr val="C96A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三维建模、原生 </a:t>
            </a:r>
            <a:r>
              <a:rPr lang="en-US" altLang="zh-CN" sz="950">
                <a:solidFill>
                  <a:srgbClr val="C96A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APP</a:t>
            </a:r>
            <a:r>
              <a:rPr lang="zh-CN" altLang="en-US" sz="950">
                <a:solidFill>
                  <a:srgbClr val="C96A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、正式第三方等保测评采购。</a:t>
            </a:r>
          </a:p>
        </p:txBody>
      </p:sp>
    </p:spTree>
    <p:extLst>
      <p:ext uri="{BB962C8B-B14F-4D97-AF65-F5344CB8AC3E}">
        <p14:creationId xmlns:p14="http://schemas.microsoft.com/office/powerpoint/2010/main" val="3393051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Microsoft Office PowerPoint</Application>
  <PresentationFormat>自定义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15801502143@163.com</dc:creator>
  <cp:lastModifiedBy>15801502143@163.com</cp:lastModifiedBy>
  <cp:revision>1</cp:revision>
  <dcterms:created xsi:type="dcterms:W3CDTF">2026-09-12T17:48:48Z</dcterms:created>
  <dcterms:modified xsi:type="dcterms:W3CDTF">2026-09-12T17:48:48Z</dcterms:modified>
</cp:coreProperties>
</file>