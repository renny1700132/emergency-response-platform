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latin typeface="黑体"/>
              </a:rPr>
              <a:t>详细设计组件结构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240280" cy="1143000"/>
          </a:xfrm>
          <a:prstGeom prst="roundRect">
            <a:avLst/>
          </a:prstGeom>
          <a:solidFill>
            <a:srgbClr val="E0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Web / 大屏 / H5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渠道与查询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143000"/>
            <a:ext cx="224028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应用服务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用例编排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22402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领域组件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状态与规则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143000"/>
            <a:ext cx="2240280" cy="1143000"/>
          </a:xfrm>
          <a:prstGeom prst="roundRect">
            <a:avLst/>
          </a:prstGeom>
          <a:solidFill>
            <a:srgbClr val="EAE2F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仓储 / Outbox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事务与可靠事件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3200400"/>
            <a:ext cx="2240280" cy="1143000"/>
          </a:xfrm>
          <a:prstGeom prst="roundRect">
            <a:avLst/>
          </a:prstGeom>
          <a:solidFill>
            <a:srgbClr val="EAE2F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态势投影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可重建读模型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200400"/>
            <a:ext cx="22402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审计 / 可观测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traceId 与指标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00400"/>
            <a:ext cx="224028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外部端口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协议隔离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00400"/>
            <a:ext cx="2240280" cy="1143000"/>
          </a:xfrm>
          <a:prstGeom prst="roundRect">
            <a:avLst/>
          </a:prstGeom>
          <a:solidFill>
            <a:srgbClr val="E0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既有系统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中台与专业平台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01300" y="2286000"/>
            <a:ext cx="0" cy="914400"/>
          </a:xfrm>
          <a:prstGeom prst="bentConnector3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59536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66928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74320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latin typeface="黑体"/>
              </a:rPr>
              <a:t>事件核实与响应启动流程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240280" cy="1143000"/>
          </a:xfrm>
          <a:prstGeom prst="roundRect">
            <a:avLst/>
          </a:prstGeom>
          <a:solidFill>
            <a:srgbClr val="E0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告警/上报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可靠 ID 去重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143000"/>
            <a:ext cx="224028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事件待核实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状态与四类时间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22402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人工核实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超时只升级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143000"/>
            <a:ext cx="2240280" cy="1143000"/>
          </a:xfrm>
          <a:prstGeom prst="roundRect">
            <a:avLst/>
          </a:prstGeom>
          <a:solidFill>
            <a:srgbClr val="EAE2F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响应启动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绑定预案版本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3200400"/>
            <a:ext cx="2240280" cy="1143000"/>
          </a:xfrm>
          <a:prstGeom prst="roundRect">
            <a:avLst/>
          </a:prstGeom>
          <a:solidFill>
            <a:srgbClr val="EAE2F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任务工厂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原子生成任务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200400"/>
            <a:ext cx="22402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Outbox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提交后派生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00400"/>
            <a:ext cx="224028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消息与态势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失败不回滚事实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00400"/>
            <a:ext cx="2240280" cy="1143000"/>
          </a:xfrm>
          <a:prstGeom prst="roundRect">
            <a:avLst/>
          </a:prstGeom>
          <a:solidFill>
            <a:srgbClr val="E0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关闭/重开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材料与审计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01300" y="2286000"/>
            <a:ext cx="0" cy="914400"/>
          </a:xfrm>
          <a:prstGeom prst="bentConnector3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59536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66928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74320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latin typeface="黑体"/>
              </a:rPr>
              <a:t>任务与可靠消息协作流程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240280" cy="1143000"/>
          </a:xfrm>
          <a:prstGeom prst="roundRect">
            <a:avLst/>
          </a:prstGeom>
          <a:solidFill>
            <a:srgbClr val="E0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任务命令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鉴权与幂等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143000"/>
            <a:ext cx="224028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任务聚合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状态迁移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22402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事务提交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事实+Outbox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143000"/>
            <a:ext cx="2240280" cy="1143000"/>
          </a:xfrm>
          <a:prstGeom prst="roundRect">
            <a:avLst/>
          </a:prstGeom>
          <a:solidFill>
            <a:srgbClr val="EAE2F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消息调度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解析收件人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3200400"/>
            <a:ext cx="2240280" cy="1143000"/>
          </a:xfrm>
          <a:prstGeom prst="roundRect">
            <a:avLst/>
          </a:prstGeom>
          <a:solidFill>
            <a:srgbClr val="EAE2F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统一消息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发送/回执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200400"/>
            <a:ext cx="22402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投递记录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尝试与终态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00400"/>
            <a:ext cx="224028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迟到回执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幂等关联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00400"/>
            <a:ext cx="2240280" cy="1143000"/>
          </a:xfrm>
          <a:prstGeom prst="roundRect">
            <a:avLst/>
          </a:prstGeom>
          <a:solidFill>
            <a:srgbClr val="E0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人工降级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失败处置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01300" y="2286000"/>
            <a:ext cx="0" cy="914400"/>
          </a:xfrm>
          <a:prstGeom prst="bentConnector3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59536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66928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74320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latin typeface="黑体"/>
              </a:rPr>
              <a:t>盘点快照与移动打卡控制流程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240280" cy="1143000"/>
          </a:xfrm>
          <a:prstGeom prst="roundRect">
            <a:avLst/>
          </a:prstGeom>
          <a:solidFill>
            <a:srgbClr val="E0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盘点发布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冻结账面快照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143000"/>
            <a:ext cx="224028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移动实盘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只追加记录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22402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差异计算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含期间变动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143000"/>
            <a:ext cx="2240280" cy="1143000"/>
          </a:xfrm>
          <a:prstGeom prst="roundRect">
            <a:avLst/>
          </a:prstGeom>
          <a:solidFill>
            <a:srgbClr val="EAE2F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授权复核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调整台账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00400"/>
            <a:ext cx="2240280" cy="1143000"/>
          </a:xfrm>
          <a:prstGeom prst="roundRect">
            <a:avLst/>
          </a:prstGeom>
          <a:solidFill>
            <a:srgbClr val="E0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扫码请求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身份/二维码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200400"/>
            <a:ext cx="224028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时空校验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时段/范围/新鲜度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200400"/>
            <a:ext cx="22402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幂等写入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返回首次结果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3200400"/>
            <a:ext cx="2240280" cy="1143000"/>
          </a:xfrm>
          <a:prstGeom prst="roundRect">
            <a:avLst/>
          </a:prstGeom>
          <a:solidFill>
            <a:srgbClr val="EAE2F3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宋体"/>
              </a:rPr>
              <a:t>缺卡扫描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宋体"/>
              </a:rPr>
              <a:t>告警+Outbox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17145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4320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5360" y="3771900"/>
            <a:ext cx="6858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