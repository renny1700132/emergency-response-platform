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87822-CDC4-4801-B8DA-90F645495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C23EA9-DA32-4129-8F1F-9FF521E17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51F402-2D6F-4DFE-BD12-F0CB55FE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E80D2-8E6D-4BB9-ADA5-5E6410FD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6525A2-0A1B-4FEC-96CA-2F078825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38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7047F-0110-4A78-9C41-1594A9D2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1B2EC6-E9C1-447B-B70A-EC9FC197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6DB978-B499-4A3D-A193-0E1ADB48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FD600-0251-430B-82D0-8CD19EE5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578E34-CFD5-4F35-AD6C-EA1065BF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48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39F3F-77BF-4680-882A-42B6A904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EA3D9A-76E6-4AD2-A7D6-53A84924D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8A5A9-2481-4E10-86DD-8E9F876C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53A04-E332-4B60-91C2-F1348B19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125BF6-A640-4322-B51B-C4658985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30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C04E7-E99C-4735-9DA7-68A711B8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90237-4F50-4C64-87D6-61B456511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F347C9-75BD-46A5-AFC3-BF4DB97DB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0D2F4C-CCBE-4C5D-8A70-C3BF95CC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29C54A-AF9B-4F75-9B34-A1B57E4C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205516-3DBB-440B-B43B-897A812A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27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B645F-CEF2-42EE-9B26-C9F2885B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9561A6-7379-450A-83E3-61AB80A2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37F12C-109E-43C0-977C-872D91EDF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732983-185E-4F1B-9309-4A7D2415F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7F86D8-885E-490A-9BF2-EAC6735E8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DF7377-358A-4B97-956F-242EB6DD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99795F-53FE-48E7-9D1F-55532129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F22CF8-3CA2-4636-BEEE-5054AEB3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14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2A634-E4CC-4DC6-8947-2F2038F4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1342F5-A1B9-4C7D-904F-F7653E09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D41D06-104C-4CF3-8F4F-F5B29183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B34407-ED08-44A9-8D98-A0B5117A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66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BD1140-DD12-4AEA-8DA4-76F38C33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1DBCC1-E17B-477A-8F54-44C49415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F36FB8-DB53-4737-90D8-DA4254E4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2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D8AC0-1EC5-4F15-ACF0-6686FF03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23FF22-80F0-4F9A-80B9-01C05350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EBAADB-B556-470D-83AE-D69EFB454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C4178A-0175-4DC0-9E9C-D99D9FBF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E78147-9745-4DB1-81C1-C9B598A0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DF5B24-F008-46A8-A404-1192017E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50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BE50D-22A7-4FAE-A8FA-7B05F400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B6B60A-53B1-436C-A3FC-9A0E2209C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E93BDD-A2B5-4FD7-A8F7-99D789C0A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E4CD16-2229-43CB-AEB4-4195CC09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C44037-3A05-468F-8A20-89B8F6B7E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A52FEB-01C1-40DF-B154-A99DC5E2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06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ACAAA-EECB-4184-BE94-CD3635FF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A7C711-9F72-4652-8B5E-BB09E315B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BC1C16-36B7-4ABF-8562-64D9D6B6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54664-C5E0-4C51-815D-321A02A7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FFAE6-987E-4CE9-BA1E-850E59AA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4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73CA4C-EA46-423D-AAF2-B481FEC65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B9647B-E815-4187-AC85-4F47500FB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1C2D4E-1370-4FD5-9371-32A6852B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9F0994-A9A3-4B02-BBEC-9005635E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39D681-9369-4A29-BE0A-749AD3D0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69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1239A8-6E99-47B2-B9FD-0D25B471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5D769B-467D-42A3-8A20-B64B8FF8B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B721B6-E4DE-4CA2-989F-19F0E089D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25FCD-1BD3-4BE4-B096-FB786E57FC8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4FD84-8055-4D4A-A4CE-45E24E28D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DF8F61-BF3A-4C6B-90F3-08FCBCF85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3114F-A52C-4A07-8063-49766242C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08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AAD0DF-3C18-4A5C-A427-5B32CCD01E17}"/>
              </a:ext>
            </a:extLst>
          </p:cNvPr>
          <p:cNvSpPr txBox="1"/>
          <p:nvPr/>
        </p:nvSpPr>
        <p:spPr>
          <a:xfrm>
            <a:off x="508000" y="1475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四级测试与验收证据链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F777DA9-2CB7-462F-B5F2-A581A01D597D}"/>
              </a:ext>
            </a:extLst>
          </p:cNvPr>
          <p:cNvSpPr/>
          <p:nvPr/>
        </p:nvSpPr>
        <p:spPr>
          <a:xfrm>
            <a:off x="698500" y="1041400"/>
            <a:ext cx="1714500" cy="8128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单元测试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核心模块覆盖率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9EDEB92-5F89-4D02-8DC2-A381E39BC722}"/>
              </a:ext>
            </a:extLst>
          </p:cNvPr>
          <p:cNvSpPr/>
          <p:nvPr/>
        </p:nvSpPr>
        <p:spPr>
          <a:xfrm>
            <a:off x="2794000" y="1041400"/>
            <a:ext cx="1714500" cy="8128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集成测试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接口契约与异常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483860-10E1-4F51-9ADB-DEB8F347D033}"/>
              </a:ext>
            </a:extLst>
          </p:cNvPr>
          <p:cNvSpPr/>
          <p:nvPr/>
        </p:nvSpPr>
        <p:spPr>
          <a:xfrm>
            <a:off x="4889500" y="1041400"/>
            <a:ext cx="1714500" cy="8128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系统测试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02337DC-F864-4ABB-99A5-F072B55EA2DA}"/>
              </a:ext>
            </a:extLst>
          </p:cNvPr>
          <p:cNvSpPr/>
          <p:nvPr/>
        </p:nvSpPr>
        <p:spPr>
          <a:xfrm>
            <a:off x="6985000" y="1041400"/>
            <a:ext cx="1714500" cy="8128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验收测试</a:t>
            </a:r>
          </a:p>
          <a:p>
            <a:pPr algn="ctr"/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联动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部署</a:t>
            </a:r>
            <a:r>
              <a:rPr lang="en-US" altLang="zh-CN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1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演练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22AE7F-1BD7-4268-A3EB-159E1EF03C5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413000" y="1447800"/>
            <a:ext cx="3810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8EEFE92-75B8-4A45-8BE1-82B77BE860C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508500" y="1447800"/>
            <a:ext cx="3810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36AE809-0240-43E0-904F-6C0C7B495B9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604000" y="1447800"/>
            <a:ext cx="3810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BA7B36E-E1B0-41BD-BC7F-7F42487662E0}"/>
              </a:ext>
            </a:extLst>
          </p:cNvPr>
          <p:cNvSpPr txBox="1"/>
          <p:nvPr/>
        </p:nvSpPr>
        <p:spPr>
          <a:xfrm>
            <a:off x="1016000" y="2357318"/>
            <a:ext cx="7112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C96A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每一级均回指需求、用例、结果与原始证据；自动检查不得替代现场验收。</a:t>
            </a:r>
          </a:p>
        </p:txBody>
      </p:sp>
    </p:spTree>
    <p:extLst>
      <p:ext uri="{BB962C8B-B14F-4D97-AF65-F5344CB8AC3E}">
        <p14:creationId xmlns:p14="http://schemas.microsoft.com/office/powerpoint/2010/main" val="3324623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2026-09-12T17:48:51Z</dcterms:created>
  <dcterms:modified xsi:type="dcterms:W3CDTF">2026-09-12T17:48:51Z</dcterms:modified>
</cp:coreProperties>
</file>