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7c85d21f44fc8" /><Relationship Type="http://schemas.openxmlformats.org/officeDocument/2006/relationships/extended-properties" Target="/docProps/app.xml" Id="Rbad0204da3334a42" /><Relationship Type="http://schemas.openxmlformats.org/officeDocument/2006/relationships/officeDocument" Target="/ppt/presentation.xml" Id="Rc638b477feff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2e55a6da040ee"/>
  </p:sldMasterIdLst>
  <p:notesMasterIdLst>
    <p:notesMasterId xmlns:r="http://schemas.openxmlformats.org/officeDocument/2006/relationships" r:id="Rea3d25ee490e4b08"/>
  </p:notesMasterIdLst>
  <p:sldIdLst>
    <p:sldId xmlns:r="http://schemas.openxmlformats.org/officeDocument/2006/relationships" id="256" r:id="R6ec918fda8af4b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a186068804c28" /><Relationship Type="http://schemas.openxmlformats.org/officeDocument/2006/relationships/slideMaster" Target="/ppt/slideMasters/slideMaster1.xml" Id="R7e12e55a6da040ee" /><Relationship Type="http://schemas.openxmlformats.org/officeDocument/2006/relationships/notesMaster" Target="/ppt/notesMasters/notesMaster1.xml" Id="Rea3d25ee490e4b08" /><Relationship Type="http://schemas.openxmlformats.org/officeDocument/2006/relationships/presProps" Target="/ppt/presProps.xml" Id="Rd8b69b694dd74639" /><Relationship Type="http://schemas.openxmlformats.org/officeDocument/2006/relationships/tableStyles" Target="/ppt/tableStyles.xml" Id="R4f59684b72164571" /><Relationship Type="http://schemas.openxmlformats.org/officeDocument/2006/relationships/slide" Target="/ppt/slides/slide1.xml" Id="R6ec918fda8af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eaa901a84342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c8f7012552485c" /><Relationship Type="http://schemas.openxmlformats.org/officeDocument/2006/relationships/notesMaster" Target="/ppt/notesMasters/notesMaster1.xml" Id="R0eb82e6659b0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 4-1 的可编辑源。仅呈现受控依赖和门禁，不代表任何未完成事项已通过。无外部图片。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a7cdbfdaa46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a825ec5b24ddf" /><Relationship Type="http://schemas.openxmlformats.org/officeDocument/2006/relationships/slideLayout" Target="/ppt/slideLayouts/slideLayout1.xml" Id="R7c77c02c8e6c4b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77c02c8e6c4b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3fc6374c24b0e" /><Relationship Type="http://schemas.openxmlformats.org/officeDocument/2006/relationships/notesSlide" Target="/ppt/notesSlides/notesSlide1.xml" Id="R5a695ecefcf7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E1793-F5B7-4315-AC35-18B2D96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G3 至 M3 里程碑与门禁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7FA0E-F97E-4B6C-837A-ECFA2EC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候选成果按依赖推进；阻断未关闭，不得冻结 M3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D40EA-5FF3-4AB3-A5D2-47504375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G3-02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计划/WBS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1FACC-B958-4934-96BD-DBF28E0F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F4ECB-1CE2-46A4-8B0C-7064B2F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D0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概要设计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37D30-7405-420A-82AC-0F2FCC69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8F713-694E-4EFF-8249-A53FE699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3E8F3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D1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数据 + ADR/NFR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BDBA6-CA5D-479F-ADAF-65A69CE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BC362-8B91-4A42-90FB-0B91D6A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C7DFED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D2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详细 + 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E468B-0230-4EA7-8CAC-5754BCDF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B714C-C82A-4400-B826-F82491DB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BBD6E8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D3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RTM + 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EA6E8-5932-49AB-B4D0-58472F0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5B53C-51E7-4B7A-81C0-288697C6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E5F4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G3-11—14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F8307-E13C-4B48-A7B1-F7EC564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52675"/>
            <a:ext cx="17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CF549-221A-4F08-B58A-FD150D1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955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DE2E2"/>
          </a:solidFill>
          <a:ln xmlns:a="http://schemas.openxmlformats.org/drawingml/2006/main" w="19050">
            <a:solidFill>
              <a:srgbClr val="6474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M3</a:t>
            </a:r>
          </a:p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工程基线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3C324-2D13-433E-A48F-082A4E30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4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4B8A"/>
                </a:solidFill>
                <a:latin typeface="Arial"/>
                <a:ea typeface="Arial"/>
                <a:cs typeface="Arial"/>
              </a:rPr>
              <a:t>并行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956E2-2337-4D05-B957-5C580727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049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4B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4B8A"/>
                </a:solidFill>
                <a:latin typeface="Arial"/>
                <a:ea typeface="Arial"/>
                <a:cs typeface="Arial"/>
              </a:rPr>
              <a:t>G3-07 可与 G3-04 并行；管理计划在 G3-02 REVIEW 后可并行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DFD5B-5933-4F8B-B8ED-D26D4722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036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94A3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0FC48-76D9-4243-8F9E-C8D4153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M3 准出门禁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3E24C-105B-4476-9D61-8FED0F23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① G3-02—14 至少 REVIEW    ② 39 FR / 34★ / 117 AC 与设计、测试双向追踪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③ 评审问题闭环    ④ 阻断关闭，或取得有权书面替代/延期裁决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⑤ 一致性机械审计通过后，才可创建 FROZEN 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F8FC4-5FFA-4336-9365-11D4313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当前：ISSUE-G3-01-001 与 ISSUE-G3-10-001 保持 OPEN；M3 不可冻结</a:t>
            </a:r>
          </a:p>
        </p:txBody>
      </p:sp>
    </p:spTree>
    <p:extLst>
      <p:ext uri="{BB962C8B-B14F-4D97-AF65-F5344CB8AC3E}">
        <p14:creationId xmlns:p14="http://schemas.microsoft.com/office/powerpoint/2010/main" val="190342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2026-09-19T10:10:55.1060000Z</dcterms:created>
  <dcterms:modified xsi:type="dcterms:W3CDTF">2026-09-19T10:10:55.1060000Z</dcterms:modified>
</coreProperties>
</file>