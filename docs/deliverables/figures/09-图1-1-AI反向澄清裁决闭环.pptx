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972800" cy="33401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3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44EA2-0F09-4801-AE26-8EDF390F0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546632"/>
            <a:ext cx="8229600" cy="1162850"/>
          </a:xfrm>
        </p:spPr>
        <p:txBody>
          <a:bodyPr anchor="b"/>
          <a:lstStyle>
            <a:lvl1pPr algn="ctr">
              <a:defRPr sz="2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B1A341-EB75-4374-8F97-42BDC9844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754326"/>
            <a:ext cx="8229600" cy="806417"/>
          </a:xfrm>
        </p:spPr>
        <p:txBody>
          <a:bodyPr/>
          <a:lstStyle>
            <a:lvl1pPr marL="0" indent="0" algn="ctr">
              <a:buNone/>
              <a:defRPr sz="1052"/>
            </a:lvl1pPr>
            <a:lvl2pPr marL="200391" indent="0" algn="ctr">
              <a:buNone/>
              <a:defRPr sz="877"/>
            </a:lvl2pPr>
            <a:lvl3pPr marL="400782" indent="0" algn="ctr">
              <a:buNone/>
              <a:defRPr sz="789"/>
            </a:lvl3pPr>
            <a:lvl4pPr marL="601172" indent="0" algn="ctr">
              <a:buNone/>
              <a:defRPr sz="701"/>
            </a:lvl4pPr>
            <a:lvl5pPr marL="801563" indent="0" algn="ctr">
              <a:buNone/>
              <a:defRPr sz="701"/>
            </a:lvl5pPr>
            <a:lvl6pPr marL="1001954" indent="0" algn="ctr">
              <a:buNone/>
              <a:defRPr sz="701"/>
            </a:lvl6pPr>
            <a:lvl7pPr marL="1202345" indent="0" algn="ctr">
              <a:buNone/>
              <a:defRPr sz="701"/>
            </a:lvl7pPr>
            <a:lvl8pPr marL="1402735" indent="0" algn="ctr">
              <a:buNone/>
              <a:defRPr sz="701"/>
            </a:lvl8pPr>
            <a:lvl9pPr marL="1603126" indent="0" algn="ctr">
              <a:buNone/>
              <a:defRPr sz="701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C7D42-F652-42FC-BC45-0E9779C3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73ADAC-07FC-4E82-B632-2DD104AF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0E97D4-A22C-403B-B4C7-CE729032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D876FA-500E-46F1-A5B9-972115AE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512FE-4BE0-4DAD-9DAF-046FF4030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7C6F8-65B9-4D0A-ABCE-88F79741F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65EDB-51CC-4AAC-9D39-F28428285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C151B-942C-4E8A-9449-A9F68AFB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944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5440AF-CE4C-4A01-9842-A84221EB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832706"/>
            <a:ext cx="9464040" cy="1389389"/>
          </a:xfrm>
        </p:spPr>
        <p:txBody>
          <a:bodyPr anchor="b"/>
          <a:lstStyle>
            <a:lvl1pPr>
              <a:defRPr sz="26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98E67-6655-4D13-8776-E819FDD11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2235239"/>
            <a:ext cx="9464040" cy="730647"/>
          </a:xfrm>
        </p:spPr>
        <p:txBody>
          <a:bodyPr/>
          <a:lstStyle>
            <a:lvl1pPr marL="0" indent="0">
              <a:buNone/>
              <a:defRPr sz="1052">
                <a:solidFill>
                  <a:schemeClr val="tx1">
                    <a:tint val="75000"/>
                  </a:schemeClr>
                </a:solidFill>
              </a:defRPr>
            </a:lvl1pPr>
            <a:lvl2pPr marL="200391" indent="0">
              <a:buNone/>
              <a:defRPr sz="877">
                <a:solidFill>
                  <a:schemeClr val="tx1">
                    <a:tint val="75000"/>
                  </a:schemeClr>
                </a:solidFill>
              </a:defRPr>
            </a:lvl2pPr>
            <a:lvl3pPr marL="400782" indent="0">
              <a:buNone/>
              <a:defRPr sz="789">
                <a:solidFill>
                  <a:schemeClr val="tx1">
                    <a:tint val="75000"/>
                  </a:schemeClr>
                </a:solidFill>
              </a:defRPr>
            </a:lvl3pPr>
            <a:lvl4pPr marL="601172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4pPr>
            <a:lvl5pPr marL="801563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5pPr>
            <a:lvl6pPr marL="1001954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6pPr>
            <a:lvl7pPr marL="1202345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7pPr>
            <a:lvl8pPr marL="1402735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8pPr>
            <a:lvl9pPr marL="1603126" indent="0">
              <a:buNone/>
              <a:defRPr sz="7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74EE23-9EAC-4FBB-9163-156439FF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02D3B-6B39-4B38-8494-4DA07823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898CE6-C37A-4641-AF4D-207196BC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99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BB46E-028A-4AFA-A63E-D2B1D450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365EC9-2347-4174-ADCE-0A712BBAB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889147"/>
            <a:ext cx="4663440" cy="2119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BB4A45-5F70-4F59-95D1-2EB3751A7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889147"/>
            <a:ext cx="4663440" cy="2119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898A7D-4D33-421A-B220-A4D972C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5B4F4B-B5FC-49F7-A091-D323E8324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64720-18EF-498B-84BE-9F4EF19E3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282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B0090F-DED3-49CD-BB85-2E5E5A1BC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177830"/>
            <a:ext cx="9464040" cy="64559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397D14-4327-46F5-A14A-5ECBA8984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818788"/>
            <a:ext cx="4642008" cy="401276"/>
          </a:xfrm>
        </p:spPr>
        <p:txBody>
          <a:bodyPr anchor="b"/>
          <a:lstStyle>
            <a:lvl1pPr marL="0" indent="0">
              <a:buNone/>
              <a:defRPr sz="1052" b="1"/>
            </a:lvl1pPr>
            <a:lvl2pPr marL="200391" indent="0">
              <a:buNone/>
              <a:defRPr sz="877" b="1"/>
            </a:lvl2pPr>
            <a:lvl3pPr marL="400782" indent="0">
              <a:buNone/>
              <a:defRPr sz="789" b="1"/>
            </a:lvl3pPr>
            <a:lvl4pPr marL="601172" indent="0">
              <a:buNone/>
              <a:defRPr sz="701" b="1"/>
            </a:lvl4pPr>
            <a:lvl5pPr marL="801563" indent="0">
              <a:buNone/>
              <a:defRPr sz="701" b="1"/>
            </a:lvl5pPr>
            <a:lvl6pPr marL="1001954" indent="0">
              <a:buNone/>
              <a:defRPr sz="701" b="1"/>
            </a:lvl6pPr>
            <a:lvl7pPr marL="1202345" indent="0">
              <a:buNone/>
              <a:defRPr sz="701" b="1"/>
            </a:lvl7pPr>
            <a:lvl8pPr marL="1402735" indent="0">
              <a:buNone/>
              <a:defRPr sz="701" b="1"/>
            </a:lvl8pPr>
            <a:lvl9pPr marL="1603126" indent="0">
              <a:buNone/>
              <a:defRPr sz="70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2FB2A6-7427-4096-A24C-8D4B9533F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1220064"/>
            <a:ext cx="4642008" cy="1794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70E984-80E6-4F20-AF9C-A7D1970D4C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1" y="818788"/>
            <a:ext cx="4664869" cy="401276"/>
          </a:xfrm>
        </p:spPr>
        <p:txBody>
          <a:bodyPr anchor="b"/>
          <a:lstStyle>
            <a:lvl1pPr marL="0" indent="0">
              <a:buNone/>
              <a:defRPr sz="1052" b="1"/>
            </a:lvl1pPr>
            <a:lvl2pPr marL="200391" indent="0">
              <a:buNone/>
              <a:defRPr sz="877" b="1"/>
            </a:lvl2pPr>
            <a:lvl3pPr marL="400782" indent="0">
              <a:buNone/>
              <a:defRPr sz="789" b="1"/>
            </a:lvl3pPr>
            <a:lvl4pPr marL="601172" indent="0">
              <a:buNone/>
              <a:defRPr sz="701" b="1"/>
            </a:lvl4pPr>
            <a:lvl5pPr marL="801563" indent="0">
              <a:buNone/>
              <a:defRPr sz="701" b="1"/>
            </a:lvl5pPr>
            <a:lvl6pPr marL="1001954" indent="0">
              <a:buNone/>
              <a:defRPr sz="701" b="1"/>
            </a:lvl6pPr>
            <a:lvl7pPr marL="1202345" indent="0">
              <a:buNone/>
              <a:defRPr sz="701" b="1"/>
            </a:lvl7pPr>
            <a:lvl8pPr marL="1402735" indent="0">
              <a:buNone/>
              <a:defRPr sz="701" b="1"/>
            </a:lvl8pPr>
            <a:lvl9pPr marL="1603126" indent="0">
              <a:buNone/>
              <a:defRPr sz="70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DC5860-B74B-4517-9152-25E8FBFC4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1" y="1220064"/>
            <a:ext cx="4664869" cy="179453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0177F1-D4F2-4C96-B798-0778C68F4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738925-E649-40F1-8314-BDD1704A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D5312C-6A3E-4B28-BE59-D54F2D0C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247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ADF204-99BC-4B28-A2C7-4C4355FE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37ABF2-2637-466F-A8BA-058F488A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AFC614-A25E-4BFA-AD46-2E914282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FDC819-F8A1-4E0F-9F3F-BCB60EE9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42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5A48897-F0D3-425B-A3BB-47BC08641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74D228-1CF1-44AA-964E-EAB4A2DE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F1AD32-C624-4768-8B6E-5C31EA94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4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BD7EF-2572-4C9F-A77B-690202BA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222673"/>
            <a:ext cx="3539013" cy="779357"/>
          </a:xfrm>
        </p:spPr>
        <p:txBody>
          <a:bodyPr anchor="b"/>
          <a:lstStyle>
            <a:lvl1pPr>
              <a:defRPr sz="140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21BE69-8FFD-4124-B759-8AEBF2C62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480913"/>
            <a:ext cx="5554980" cy="2373636"/>
          </a:xfrm>
        </p:spPr>
        <p:txBody>
          <a:bodyPr/>
          <a:lstStyle>
            <a:lvl1pPr>
              <a:defRPr sz="1403"/>
            </a:lvl1pPr>
            <a:lvl2pPr>
              <a:defRPr sz="1227"/>
            </a:lvl2pPr>
            <a:lvl3pPr>
              <a:defRPr sz="1052"/>
            </a:lvl3pPr>
            <a:lvl4pPr>
              <a:defRPr sz="877"/>
            </a:lvl4pPr>
            <a:lvl5pPr>
              <a:defRPr sz="877"/>
            </a:lvl5pPr>
            <a:lvl6pPr>
              <a:defRPr sz="877"/>
            </a:lvl6pPr>
            <a:lvl7pPr>
              <a:defRPr sz="877"/>
            </a:lvl7pPr>
            <a:lvl8pPr>
              <a:defRPr sz="877"/>
            </a:lvl8pPr>
            <a:lvl9pPr>
              <a:defRPr sz="87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09D9AD-A53F-4AFB-810C-1C1503807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002030"/>
            <a:ext cx="3539013" cy="1856385"/>
          </a:xfrm>
        </p:spPr>
        <p:txBody>
          <a:bodyPr/>
          <a:lstStyle>
            <a:lvl1pPr marL="0" indent="0">
              <a:buNone/>
              <a:defRPr sz="701"/>
            </a:lvl1pPr>
            <a:lvl2pPr marL="200391" indent="0">
              <a:buNone/>
              <a:defRPr sz="614"/>
            </a:lvl2pPr>
            <a:lvl3pPr marL="400782" indent="0">
              <a:buNone/>
              <a:defRPr sz="526"/>
            </a:lvl3pPr>
            <a:lvl4pPr marL="601172" indent="0">
              <a:buNone/>
              <a:defRPr sz="438"/>
            </a:lvl4pPr>
            <a:lvl5pPr marL="801563" indent="0">
              <a:buNone/>
              <a:defRPr sz="438"/>
            </a:lvl5pPr>
            <a:lvl6pPr marL="1001954" indent="0">
              <a:buNone/>
              <a:defRPr sz="438"/>
            </a:lvl6pPr>
            <a:lvl7pPr marL="1202345" indent="0">
              <a:buNone/>
              <a:defRPr sz="438"/>
            </a:lvl7pPr>
            <a:lvl8pPr marL="1402735" indent="0">
              <a:buNone/>
              <a:defRPr sz="438"/>
            </a:lvl8pPr>
            <a:lvl9pPr marL="1603126" indent="0">
              <a:buNone/>
              <a:defRPr sz="4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F5C858-B092-4981-9E98-76E41D78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87D9F9-B919-4154-AA83-01CCEEB1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254C3D-CE2C-4333-BB23-5434C1DB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93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1BB10-529D-48C9-8F27-517F0BAE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1" y="222673"/>
            <a:ext cx="3539013" cy="779357"/>
          </a:xfrm>
        </p:spPr>
        <p:txBody>
          <a:bodyPr anchor="b"/>
          <a:lstStyle>
            <a:lvl1pPr>
              <a:defRPr sz="140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32C0CD-2AA9-408A-8085-7A4916F5B3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480913"/>
            <a:ext cx="5554980" cy="2373636"/>
          </a:xfrm>
        </p:spPr>
        <p:txBody>
          <a:bodyPr/>
          <a:lstStyle>
            <a:lvl1pPr marL="0" indent="0">
              <a:buNone/>
              <a:defRPr sz="1403"/>
            </a:lvl1pPr>
            <a:lvl2pPr marL="200391" indent="0">
              <a:buNone/>
              <a:defRPr sz="1227"/>
            </a:lvl2pPr>
            <a:lvl3pPr marL="400782" indent="0">
              <a:buNone/>
              <a:defRPr sz="1052"/>
            </a:lvl3pPr>
            <a:lvl4pPr marL="601172" indent="0">
              <a:buNone/>
              <a:defRPr sz="877"/>
            </a:lvl4pPr>
            <a:lvl5pPr marL="801563" indent="0">
              <a:buNone/>
              <a:defRPr sz="877"/>
            </a:lvl5pPr>
            <a:lvl6pPr marL="1001954" indent="0">
              <a:buNone/>
              <a:defRPr sz="877"/>
            </a:lvl6pPr>
            <a:lvl7pPr marL="1202345" indent="0">
              <a:buNone/>
              <a:defRPr sz="877"/>
            </a:lvl7pPr>
            <a:lvl8pPr marL="1402735" indent="0">
              <a:buNone/>
              <a:defRPr sz="877"/>
            </a:lvl8pPr>
            <a:lvl9pPr marL="1603126" indent="0">
              <a:buNone/>
              <a:defRPr sz="877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3BAF4D-4AA4-48C7-88AE-61C842D2D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1" y="1002030"/>
            <a:ext cx="3539013" cy="1856385"/>
          </a:xfrm>
        </p:spPr>
        <p:txBody>
          <a:bodyPr/>
          <a:lstStyle>
            <a:lvl1pPr marL="0" indent="0">
              <a:buNone/>
              <a:defRPr sz="701"/>
            </a:lvl1pPr>
            <a:lvl2pPr marL="200391" indent="0">
              <a:buNone/>
              <a:defRPr sz="614"/>
            </a:lvl2pPr>
            <a:lvl3pPr marL="400782" indent="0">
              <a:buNone/>
              <a:defRPr sz="526"/>
            </a:lvl3pPr>
            <a:lvl4pPr marL="601172" indent="0">
              <a:buNone/>
              <a:defRPr sz="438"/>
            </a:lvl4pPr>
            <a:lvl5pPr marL="801563" indent="0">
              <a:buNone/>
              <a:defRPr sz="438"/>
            </a:lvl5pPr>
            <a:lvl6pPr marL="1001954" indent="0">
              <a:buNone/>
              <a:defRPr sz="438"/>
            </a:lvl6pPr>
            <a:lvl7pPr marL="1202345" indent="0">
              <a:buNone/>
              <a:defRPr sz="438"/>
            </a:lvl7pPr>
            <a:lvl8pPr marL="1402735" indent="0">
              <a:buNone/>
              <a:defRPr sz="438"/>
            </a:lvl8pPr>
            <a:lvl9pPr marL="1603126" indent="0">
              <a:buNone/>
              <a:defRPr sz="4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8131D0-EC89-4920-B1A2-6129049E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E2D361-93CE-40F7-A09B-1296F0E2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1A617E-5037-4759-BC87-5EA07DEDE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534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F51FC-7ACB-4611-A064-ADAE73665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AAA987-B251-4AFF-A8CF-AC2162C3A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4AB68-9A0B-41CB-9730-CE7E5750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17AF3-0FD9-4EA3-AE27-59183D6E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8E12F9-14C5-463E-B35E-27AE456A3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8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202CA6-4382-4203-8798-355776CDE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177830"/>
            <a:ext cx="2366010" cy="28305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7FDC8D-40BD-4640-8B22-7604395C3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177830"/>
            <a:ext cx="6960870" cy="28305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74FCD1-6CE3-4930-A8D7-07EA0161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470FF-9E22-4826-842A-129809973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B015E8-6134-4CC7-9360-EE0B31B3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44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E219FF-4276-447D-953F-C848BC90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177830"/>
            <a:ext cx="9464040" cy="645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D280F0-B152-4A27-9B1F-DBB57B6CD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889147"/>
            <a:ext cx="9464040" cy="211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4DF31E-B154-4200-9F2C-95BE627275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3095779"/>
            <a:ext cx="246888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F0E67-4A23-41C9-A093-76F82C0043C5}" type="datetimeFigureOut">
              <a:rPr lang="zh-CN" altLang="en-US" smtClean="0"/>
              <a:t>2026/9/14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E51C82-92DC-4A8E-BB17-EF30F759E0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3095779"/>
            <a:ext cx="370332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CC9462-77DA-44FD-807F-066FDFDE8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3095779"/>
            <a:ext cx="2468880" cy="1778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8A7F5-75AA-4F53-A68B-0077ABEEB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0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00782" rtl="0" eaLnBrk="1" latinLnBrk="0" hangingPunct="1">
        <a:lnSpc>
          <a:spcPct val="90000"/>
        </a:lnSpc>
        <a:spcBef>
          <a:spcPct val="0"/>
        </a:spcBef>
        <a:buNone/>
        <a:defRPr sz="1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195" indent="-100195" algn="l" defTabSz="400782" rtl="0" eaLnBrk="1" latinLnBrk="0" hangingPunct="1">
        <a:lnSpc>
          <a:spcPct val="90000"/>
        </a:lnSpc>
        <a:spcBef>
          <a:spcPts val="438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1pPr>
      <a:lvl2pPr marL="300586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1052" kern="1200">
          <a:solidFill>
            <a:schemeClr val="tx1"/>
          </a:solidFill>
          <a:latin typeface="+mn-lt"/>
          <a:ea typeface="+mn-ea"/>
          <a:cs typeface="+mn-cs"/>
        </a:defRPr>
      </a:lvl2pPr>
      <a:lvl3pPr marL="500977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701368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4pPr>
      <a:lvl5pPr marL="901758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5pPr>
      <a:lvl6pPr marL="1102149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6pPr>
      <a:lvl7pPr marL="1302540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7pPr>
      <a:lvl8pPr marL="1502931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8pPr>
      <a:lvl9pPr marL="1703321" indent="-100195" algn="l" defTabSz="400782" rtl="0" eaLnBrk="1" latinLnBrk="0" hangingPunct="1">
        <a:lnSpc>
          <a:spcPct val="90000"/>
        </a:lnSpc>
        <a:spcBef>
          <a:spcPts val="219"/>
        </a:spcBef>
        <a:buFont typeface="Arial" panose="020B0604020202020204" pitchFamily="34" charset="0"/>
        <a:buChar char="•"/>
        <a:defRPr sz="7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1pPr>
      <a:lvl2pPr marL="200391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2pPr>
      <a:lvl3pPr marL="400782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3pPr>
      <a:lvl4pPr marL="601172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4pPr>
      <a:lvl5pPr marL="801563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5pPr>
      <a:lvl6pPr marL="1001954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6pPr>
      <a:lvl7pPr marL="1202345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7pPr>
      <a:lvl8pPr marL="1402735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8pPr>
      <a:lvl9pPr marL="1603126" algn="l" defTabSz="400782" rtl="0" eaLnBrk="1" latinLnBrk="0" hangingPunct="1">
        <a:defRPr sz="7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D8EEA67D-B1C8-42A7-A10C-1A5909F689F2}"/>
              </a:ext>
            </a:extLst>
          </p:cNvPr>
          <p:cNvGrpSpPr/>
          <p:nvPr/>
        </p:nvGrpSpPr>
        <p:grpSpPr>
          <a:xfrm>
            <a:off x="317500" y="774700"/>
            <a:ext cx="10337800" cy="1765588"/>
            <a:chOff x="317500" y="774700"/>
            <a:chExt cx="10337800" cy="176558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31E45492-9C6F-4731-8F89-8D736BB61299}"/>
                </a:ext>
              </a:extLst>
            </p:cNvPr>
            <p:cNvSpPr/>
            <p:nvPr/>
          </p:nvSpPr>
          <p:spPr>
            <a:xfrm>
              <a:off x="317500" y="774700"/>
              <a:ext cx="1864360" cy="1054100"/>
            </a:xfrm>
            <a:prstGeom prst="roundRect">
              <a:avLst/>
            </a:prstGeom>
            <a:solidFill>
              <a:srgbClr val="E7E0E7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宋体" panose="02010600030101010101" pitchFamily="2" charset="-122"/>
                </a:rPr>
                <a:t>AI </a:t>
              </a:r>
              <a:r>
                <a:rPr lang="zh-CN" altLang="en-US" sz="1600">
                  <a:latin typeface="宋体" panose="02010600030101010101" pitchFamily="2" charset="-122"/>
                </a:rPr>
                <a:t>提问</a:t>
              </a: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A419C4A-5714-411B-BB87-7E49096F4B4D}"/>
                </a:ext>
              </a:extLst>
            </p:cNvPr>
            <p:cNvSpPr/>
            <p:nvPr/>
          </p:nvSpPr>
          <p:spPr>
            <a:xfrm>
              <a:off x="2435860" y="774700"/>
              <a:ext cx="1864360" cy="1054100"/>
            </a:xfrm>
            <a:prstGeom prst="roundRect">
              <a:avLst/>
            </a:prstGeom>
            <a:solidFill>
              <a:srgbClr val="EDF4EE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宋体" panose="02010600030101010101" pitchFamily="2" charset="-122"/>
                </a:rPr>
                <a:t>原文</a:t>
              </a:r>
              <a:r>
                <a:rPr lang="en-US" altLang="zh-CN" sz="1600">
                  <a:latin typeface="宋体" panose="02010600030101010101" pitchFamily="2" charset="-122"/>
                </a:rPr>
                <a:t>/</a:t>
              </a:r>
              <a:r>
                <a:rPr lang="zh-CN" altLang="en-US" sz="1600">
                  <a:latin typeface="宋体" panose="02010600030101010101" pitchFamily="2" charset="-122"/>
                </a:rPr>
                <a:t>基线核对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5A77A803-07AC-4A06-94D5-0BDCF862A8FB}"/>
                </a:ext>
              </a:extLst>
            </p:cNvPr>
            <p:cNvCxnSpPr/>
            <p:nvPr/>
          </p:nvCxnSpPr>
          <p:spPr>
            <a:xfrm>
              <a:off x="218186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6AD4DEDD-D420-4AF4-BD9D-BCF925514095}"/>
                </a:ext>
              </a:extLst>
            </p:cNvPr>
            <p:cNvSpPr/>
            <p:nvPr/>
          </p:nvSpPr>
          <p:spPr>
            <a:xfrm>
              <a:off x="4554220" y="774700"/>
              <a:ext cx="1864360" cy="1054100"/>
            </a:xfrm>
            <a:prstGeom prst="roundRect">
              <a:avLst/>
            </a:prstGeom>
            <a:solidFill>
              <a:srgbClr val="F9F2E6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宋体" panose="02010600030101010101" pitchFamily="2" charset="-122"/>
                </a:rPr>
                <a:t>既有人工裁决</a:t>
              </a:r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3EB7FD94-43C5-47DF-A915-F6339C92F2AF}"/>
                </a:ext>
              </a:extLst>
            </p:cNvPr>
            <p:cNvCxnSpPr/>
            <p:nvPr/>
          </p:nvCxnSpPr>
          <p:spPr>
            <a:xfrm>
              <a:off x="430022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B9348DA-6691-4916-993E-9191BD49CCF7}"/>
                </a:ext>
              </a:extLst>
            </p:cNvPr>
            <p:cNvSpPr/>
            <p:nvPr/>
          </p:nvSpPr>
          <p:spPr>
            <a:xfrm>
              <a:off x="6672580" y="774700"/>
              <a:ext cx="1864360" cy="1054100"/>
            </a:xfrm>
            <a:prstGeom prst="roundRect">
              <a:avLst/>
            </a:prstGeom>
            <a:solidFill>
              <a:srgbClr val="F0EBF2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latin typeface="宋体" panose="02010600030101010101" pitchFamily="2" charset="-122"/>
                </a:rPr>
                <a:t>SRS/spec </a:t>
              </a:r>
              <a:r>
                <a:rPr lang="zh-CN" altLang="en-US" sz="1600">
                  <a:latin typeface="宋体" panose="02010600030101010101" pitchFamily="2" charset="-122"/>
                </a:rPr>
                <a:t>落点</a:t>
              </a: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B0EB7C1-DDC0-4D47-ABFD-6645EB1D88B7}"/>
                </a:ext>
              </a:extLst>
            </p:cNvPr>
            <p:cNvCxnSpPr/>
            <p:nvPr/>
          </p:nvCxnSpPr>
          <p:spPr>
            <a:xfrm>
              <a:off x="641858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E8F9024A-F06C-4312-BEED-82F055F60EFD}"/>
                </a:ext>
              </a:extLst>
            </p:cNvPr>
            <p:cNvSpPr/>
            <p:nvPr/>
          </p:nvSpPr>
          <p:spPr>
            <a:xfrm>
              <a:off x="8790940" y="774700"/>
              <a:ext cx="1864360" cy="1054100"/>
            </a:xfrm>
            <a:prstGeom prst="roundRect">
              <a:avLst/>
            </a:prstGeom>
            <a:solidFill>
              <a:srgbClr val="E7E0E7"/>
            </a:solidFill>
            <a:ln w="15240">
              <a:solidFill>
                <a:srgbClr val="465B7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>
                  <a:latin typeface="宋体" panose="02010600030101010101" pitchFamily="2" charset="-122"/>
                </a:rPr>
                <a:t>验证证据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5697124-942C-42C2-A98A-C2720728331F}"/>
                </a:ext>
              </a:extLst>
            </p:cNvPr>
            <p:cNvCxnSpPr/>
            <p:nvPr/>
          </p:nvCxnSpPr>
          <p:spPr>
            <a:xfrm>
              <a:off x="8536940" y="1301750"/>
              <a:ext cx="254000" cy="0"/>
            </a:xfrm>
            <a:prstGeom prst="straightConnector1">
              <a:avLst/>
            </a:prstGeom>
            <a:ln w="21590">
              <a:solidFill>
                <a:srgbClr val="507B7A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64EFCF6-D280-4C88-94D6-51F1D6E35B66}"/>
                </a:ext>
              </a:extLst>
            </p:cNvPr>
            <p:cNvSpPr txBox="1"/>
            <p:nvPr/>
          </p:nvSpPr>
          <p:spPr>
            <a:xfrm>
              <a:off x="368300" y="2247900"/>
              <a:ext cx="10236200" cy="29238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altLang="zh-CN" sz="1300">
                  <a:solidFill>
                    <a:srgbClr val="636363"/>
                  </a:solidFill>
                  <a:latin typeface="宋体" panose="02010600030101010101" pitchFamily="2" charset="-122"/>
                </a:rPr>
                <a:t>AI </a:t>
              </a:r>
              <a:r>
                <a:rPr lang="zh-CN" altLang="en-US" sz="1300">
                  <a:solidFill>
                    <a:srgbClr val="636363"/>
                  </a:solidFill>
                  <a:latin typeface="宋体" panose="02010600030101010101" pitchFamily="2" charset="-122"/>
                </a:rPr>
                <a:t>只负责提出歧义，不代替甲方裁决；新问题必须进入 </a:t>
              </a:r>
              <a:r>
                <a:rPr lang="en-US" altLang="zh-CN" sz="1300">
                  <a:solidFill>
                    <a:srgbClr val="636363"/>
                  </a:solidFill>
                  <a:latin typeface="宋体" panose="02010600030101010101" pitchFamily="2" charset="-122"/>
                </a:rPr>
                <a:t>Issue/Change </a:t>
              </a:r>
              <a:r>
                <a:rPr lang="zh-CN" altLang="en-US" sz="1300">
                  <a:solidFill>
                    <a:srgbClr val="636363"/>
                  </a:solidFill>
                  <a:latin typeface="宋体" panose="02010600030101010101" pitchFamily="2" charset="-122"/>
                </a:rPr>
                <a:t>流程。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9344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宇 严</dc:creator>
  <cp:lastModifiedBy>宇 严</cp:lastModifiedBy>
  <cp:revision>2</cp:revision>
  <dcterms:created xsi:type="dcterms:W3CDTF">2026-09-13T17:42:38Z</dcterms:created>
  <dcterms:modified xsi:type="dcterms:W3CDTF">2026-09-13T17:42:39Z</dcterms:modified>
</cp:coreProperties>
</file>