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0972800" cy="33401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0" d="100"/>
          <a:sy n="80" d="100"/>
        </p:scale>
        <p:origin x="53" y="54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9E19DE1-232A-4F92-BD28-9E1DAC0BBD5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71600" y="546632"/>
            <a:ext cx="8229600" cy="1162850"/>
          </a:xfrm>
        </p:spPr>
        <p:txBody>
          <a:bodyPr anchor="b"/>
          <a:lstStyle>
            <a:lvl1pPr algn="ctr">
              <a:defRPr sz="263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166F2455-8345-4C95-B725-C17DC474BEC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0" y="1754326"/>
            <a:ext cx="8229600" cy="806417"/>
          </a:xfrm>
        </p:spPr>
        <p:txBody>
          <a:bodyPr/>
          <a:lstStyle>
            <a:lvl1pPr marL="0" indent="0" algn="ctr">
              <a:buNone/>
              <a:defRPr sz="1052"/>
            </a:lvl1pPr>
            <a:lvl2pPr marL="200391" indent="0" algn="ctr">
              <a:buNone/>
              <a:defRPr sz="877"/>
            </a:lvl2pPr>
            <a:lvl3pPr marL="400782" indent="0" algn="ctr">
              <a:buNone/>
              <a:defRPr sz="789"/>
            </a:lvl3pPr>
            <a:lvl4pPr marL="601172" indent="0" algn="ctr">
              <a:buNone/>
              <a:defRPr sz="701"/>
            </a:lvl4pPr>
            <a:lvl5pPr marL="801563" indent="0" algn="ctr">
              <a:buNone/>
              <a:defRPr sz="701"/>
            </a:lvl5pPr>
            <a:lvl6pPr marL="1001954" indent="0" algn="ctr">
              <a:buNone/>
              <a:defRPr sz="701"/>
            </a:lvl6pPr>
            <a:lvl7pPr marL="1202345" indent="0" algn="ctr">
              <a:buNone/>
              <a:defRPr sz="701"/>
            </a:lvl7pPr>
            <a:lvl8pPr marL="1402735" indent="0" algn="ctr">
              <a:buNone/>
              <a:defRPr sz="701"/>
            </a:lvl8pPr>
            <a:lvl9pPr marL="1603126" indent="0" algn="ctr">
              <a:buNone/>
              <a:defRPr sz="701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35749AF-98AC-4161-8CEC-8AB620A62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616330-E7A2-41E2-B1FB-546D05F95824}" type="datetimeFigureOut">
              <a:rPr lang="zh-CN" altLang="en-US" smtClean="0"/>
              <a:t>2026/9/14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8E46944-F28A-4014-9646-DFF672E51C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B8712E5-7E73-4063-8C35-7E67D0158B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BA5B58-8516-40F5-A0D3-CF9BB0E49C5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110053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5CF92B5-7510-46D8-85F8-4E66C421AA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29FDE7C-E7FB-4064-BF83-300F75DEB2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2AABE7A-A245-4DA9-A1C6-5B38760A78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616330-E7A2-41E2-B1FB-546D05F95824}" type="datetimeFigureOut">
              <a:rPr lang="zh-CN" altLang="en-US" smtClean="0"/>
              <a:t>2026/9/14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C70902B-AA1F-4478-8EF7-ED42EC08BE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A6940FC-84E7-4807-AC5B-51D6C7F50D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BA5B58-8516-40F5-A0D3-CF9BB0E49C5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985361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170538A-D777-43F8-8AAB-CE66ABB098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8665" y="832706"/>
            <a:ext cx="9464040" cy="1389389"/>
          </a:xfrm>
        </p:spPr>
        <p:txBody>
          <a:bodyPr anchor="b"/>
          <a:lstStyle>
            <a:lvl1pPr>
              <a:defRPr sz="263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C0F98931-12E9-42E5-824F-1F839FA943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48665" y="2235239"/>
            <a:ext cx="9464040" cy="730647"/>
          </a:xfrm>
        </p:spPr>
        <p:txBody>
          <a:bodyPr/>
          <a:lstStyle>
            <a:lvl1pPr marL="0" indent="0">
              <a:buNone/>
              <a:defRPr sz="1052">
                <a:solidFill>
                  <a:schemeClr val="tx1">
                    <a:tint val="75000"/>
                  </a:schemeClr>
                </a:solidFill>
              </a:defRPr>
            </a:lvl1pPr>
            <a:lvl2pPr marL="200391" indent="0">
              <a:buNone/>
              <a:defRPr sz="877">
                <a:solidFill>
                  <a:schemeClr val="tx1">
                    <a:tint val="75000"/>
                  </a:schemeClr>
                </a:solidFill>
              </a:defRPr>
            </a:lvl2pPr>
            <a:lvl3pPr marL="400782" indent="0">
              <a:buNone/>
              <a:defRPr sz="789">
                <a:solidFill>
                  <a:schemeClr val="tx1">
                    <a:tint val="75000"/>
                  </a:schemeClr>
                </a:solidFill>
              </a:defRPr>
            </a:lvl3pPr>
            <a:lvl4pPr marL="601172" indent="0">
              <a:buNone/>
              <a:defRPr sz="701">
                <a:solidFill>
                  <a:schemeClr val="tx1">
                    <a:tint val="75000"/>
                  </a:schemeClr>
                </a:solidFill>
              </a:defRPr>
            </a:lvl4pPr>
            <a:lvl5pPr marL="801563" indent="0">
              <a:buNone/>
              <a:defRPr sz="701">
                <a:solidFill>
                  <a:schemeClr val="tx1">
                    <a:tint val="75000"/>
                  </a:schemeClr>
                </a:solidFill>
              </a:defRPr>
            </a:lvl5pPr>
            <a:lvl6pPr marL="1001954" indent="0">
              <a:buNone/>
              <a:defRPr sz="701">
                <a:solidFill>
                  <a:schemeClr val="tx1">
                    <a:tint val="75000"/>
                  </a:schemeClr>
                </a:solidFill>
              </a:defRPr>
            </a:lvl6pPr>
            <a:lvl7pPr marL="1202345" indent="0">
              <a:buNone/>
              <a:defRPr sz="701">
                <a:solidFill>
                  <a:schemeClr val="tx1">
                    <a:tint val="75000"/>
                  </a:schemeClr>
                </a:solidFill>
              </a:defRPr>
            </a:lvl7pPr>
            <a:lvl8pPr marL="1402735" indent="0">
              <a:buNone/>
              <a:defRPr sz="701">
                <a:solidFill>
                  <a:schemeClr val="tx1">
                    <a:tint val="75000"/>
                  </a:schemeClr>
                </a:solidFill>
              </a:defRPr>
            </a:lvl8pPr>
            <a:lvl9pPr marL="1603126" indent="0">
              <a:buNone/>
              <a:defRPr sz="701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C9C90A6-FAB3-47BE-BEDE-5D624B5C1C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616330-E7A2-41E2-B1FB-546D05F95824}" type="datetimeFigureOut">
              <a:rPr lang="zh-CN" altLang="en-US" smtClean="0"/>
              <a:t>2026/9/14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8DF17EE-3F50-4D0D-8375-CF6519D2E3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951FF95-EA97-4113-8FD9-0B84563A03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BA5B58-8516-40F5-A0D3-CF9BB0E49C5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093633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4CCA48E-BBC1-4A23-8E52-C98F3096FB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0C6DDAB-D87C-4E2A-9146-04EFFD1C2D8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54380" y="889147"/>
            <a:ext cx="4663440" cy="2119263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7AE98827-11CB-4B77-BCCB-418316FFEC1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554980" y="889147"/>
            <a:ext cx="4663440" cy="2119263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05676099-B4B4-410E-B31F-E82199B6B3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616330-E7A2-41E2-B1FB-546D05F95824}" type="datetimeFigureOut">
              <a:rPr lang="zh-CN" altLang="en-US" smtClean="0"/>
              <a:t>2026/9/14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B7690BA-9336-46F7-8F59-A4143F26C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8653B0DE-287B-42D8-B654-9485D16238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BA5B58-8516-40F5-A0D3-CF9BB0E49C5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921678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07D7E0C-8EB1-4BF4-9545-4921C7449D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809" y="177830"/>
            <a:ext cx="9464040" cy="645598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B7E88C8-F5FD-41B9-9593-8E02C58F99C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55810" y="818788"/>
            <a:ext cx="4642008" cy="401276"/>
          </a:xfrm>
        </p:spPr>
        <p:txBody>
          <a:bodyPr anchor="b"/>
          <a:lstStyle>
            <a:lvl1pPr marL="0" indent="0">
              <a:buNone/>
              <a:defRPr sz="1052" b="1"/>
            </a:lvl1pPr>
            <a:lvl2pPr marL="200391" indent="0">
              <a:buNone/>
              <a:defRPr sz="877" b="1"/>
            </a:lvl2pPr>
            <a:lvl3pPr marL="400782" indent="0">
              <a:buNone/>
              <a:defRPr sz="789" b="1"/>
            </a:lvl3pPr>
            <a:lvl4pPr marL="601172" indent="0">
              <a:buNone/>
              <a:defRPr sz="701" b="1"/>
            </a:lvl4pPr>
            <a:lvl5pPr marL="801563" indent="0">
              <a:buNone/>
              <a:defRPr sz="701" b="1"/>
            </a:lvl5pPr>
            <a:lvl6pPr marL="1001954" indent="0">
              <a:buNone/>
              <a:defRPr sz="701" b="1"/>
            </a:lvl6pPr>
            <a:lvl7pPr marL="1202345" indent="0">
              <a:buNone/>
              <a:defRPr sz="701" b="1"/>
            </a:lvl7pPr>
            <a:lvl8pPr marL="1402735" indent="0">
              <a:buNone/>
              <a:defRPr sz="701" b="1"/>
            </a:lvl8pPr>
            <a:lvl9pPr marL="1603126" indent="0">
              <a:buNone/>
              <a:defRPr sz="701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E696B6C3-16E1-46E5-97C4-4AC5B888DFC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55810" y="1220064"/>
            <a:ext cx="4642008" cy="1794531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3074739B-6B11-46C4-AD36-0AEA335DF29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5554981" y="818788"/>
            <a:ext cx="4664869" cy="401276"/>
          </a:xfrm>
        </p:spPr>
        <p:txBody>
          <a:bodyPr anchor="b"/>
          <a:lstStyle>
            <a:lvl1pPr marL="0" indent="0">
              <a:buNone/>
              <a:defRPr sz="1052" b="1"/>
            </a:lvl1pPr>
            <a:lvl2pPr marL="200391" indent="0">
              <a:buNone/>
              <a:defRPr sz="877" b="1"/>
            </a:lvl2pPr>
            <a:lvl3pPr marL="400782" indent="0">
              <a:buNone/>
              <a:defRPr sz="789" b="1"/>
            </a:lvl3pPr>
            <a:lvl4pPr marL="601172" indent="0">
              <a:buNone/>
              <a:defRPr sz="701" b="1"/>
            </a:lvl4pPr>
            <a:lvl5pPr marL="801563" indent="0">
              <a:buNone/>
              <a:defRPr sz="701" b="1"/>
            </a:lvl5pPr>
            <a:lvl6pPr marL="1001954" indent="0">
              <a:buNone/>
              <a:defRPr sz="701" b="1"/>
            </a:lvl6pPr>
            <a:lvl7pPr marL="1202345" indent="0">
              <a:buNone/>
              <a:defRPr sz="701" b="1"/>
            </a:lvl7pPr>
            <a:lvl8pPr marL="1402735" indent="0">
              <a:buNone/>
              <a:defRPr sz="701" b="1"/>
            </a:lvl8pPr>
            <a:lvl9pPr marL="1603126" indent="0">
              <a:buNone/>
              <a:defRPr sz="701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6755AE15-A784-4E90-A5C4-B7DF9F5627F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5554981" y="1220064"/>
            <a:ext cx="4664869" cy="1794531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218AFDC1-52A0-4269-A201-43C5A93A28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616330-E7A2-41E2-B1FB-546D05F95824}" type="datetimeFigureOut">
              <a:rPr lang="zh-CN" altLang="en-US" smtClean="0"/>
              <a:t>2026/9/14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F58AACD1-E809-431D-9DCC-7CD5911241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D839E78C-D94E-4546-AF63-E369EC74DD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BA5B58-8516-40F5-A0D3-CF9BB0E49C5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921643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1D04B4F-8AC2-4592-8E9B-C999B72E0E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7E1AA230-827C-4383-8AB2-3CC48E0CCA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616330-E7A2-41E2-B1FB-546D05F95824}" type="datetimeFigureOut">
              <a:rPr lang="zh-CN" altLang="en-US" smtClean="0"/>
              <a:t>2026/9/14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BF022432-27FA-4980-A826-EBA957A95E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3075AA33-9E68-4301-AA9F-1258804C06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BA5B58-8516-40F5-A0D3-CF9BB0E49C5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144492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22E2014E-CA75-471F-89F4-5CACEB69D2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616330-E7A2-41E2-B1FB-546D05F95824}" type="datetimeFigureOut">
              <a:rPr lang="zh-CN" altLang="en-US" smtClean="0"/>
              <a:t>2026/9/14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05972629-3A88-4B68-AE5D-428930273C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9281657C-F825-4594-8FFE-C83104E128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BA5B58-8516-40F5-A0D3-CF9BB0E49C5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943745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BF0452C-07C8-468C-B61C-B7F0AD8102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811" y="222673"/>
            <a:ext cx="3539013" cy="779357"/>
          </a:xfrm>
        </p:spPr>
        <p:txBody>
          <a:bodyPr anchor="b"/>
          <a:lstStyle>
            <a:lvl1pPr>
              <a:defRPr sz="1403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3E1B680-8077-48CA-B691-7F74804E7E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64869" y="480913"/>
            <a:ext cx="5554980" cy="2373636"/>
          </a:xfrm>
        </p:spPr>
        <p:txBody>
          <a:bodyPr/>
          <a:lstStyle>
            <a:lvl1pPr>
              <a:defRPr sz="1403"/>
            </a:lvl1pPr>
            <a:lvl2pPr>
              <a:defRPr sz="1227"/>
            </a:lvl2pPr>
            <a:lvl3pPr>
              <a:defRPr sz="1052"/>
            </a:lvl3pPr>
            <a:lvl4pPr>
              <a:defRPr sz="877"/>
            </a:lvl4pPr>
            <a:lvl5pPr>
              <a:defRPr sz="877"/>
            </a:lvl5pPr>
            <a:lvl6pPr>
              <a:defRPr sz="877"/>
            </a:lvl6pPr>
            <a:lvl7pPr>
              <a:defRPr sz="877"/>
            </a:lvl7pPr>
            <a:lvl8pPr>
              <a:defRPr sz="877"/>
            </a:lvl8pPr>
            <a:lvl9pPr>
              <a:defRPr sz="877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D5911E65-328D-45A2-A5DC-41C18830D77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55811" y="1002030"/>
            <a:ext cx="3539013" cy="1856385"/>
          </a:xfrm>
        </p:spPr>
        <p:txBody>
          <a:bodyPr/>
          <a:lstStyle>
            <a:lvl1pPr marL="0" indent="0">
              <a:buNone/>
              <a:defRPr sz="701"/>
            </a:lvl1pPr>
            <a:lvl2pPr marL="200391" indent="0">
              <a:buNone/>
              <a:defRPr sz="614"/>
            </a:lvl2pPr>
            <a:lvl3pPr marL="400782" indent="0">
              <a:buNone/>
              <a:defRPr sz="526"/>
            </a:lvl3pPr>
            <a:lvl4pPr marL="601172" indent="0">
              <a:buNone/>
              <a:defRPr sz="438"/>
            </a:lvl4pPr>
            <a:lvl5pPr marL="801563" indent="0">
              <a:buNone/>
              <a:defRPr sz="438"/>
            </a:lvl5pPr>
            <a:lvl6pPr marL="1001954" indent="0">
              <a:buNone/>
              <a:defRPr sz="438"/>
            </a:lvl6pPr>
            <a:lvl7pPr marL="1202345" indent="0">
              <a:buNone/>
              <a:defRPr sz="438"/>
            </a:lvl7pPr>
            <a:lvl8pPr marL="1402735" indent="0">
              <a:buNone/>
              <a:defRPr sz="438"/>
            </a:lvl8pPr>
            <a:lvl9pPr marL="1603126" indent="0">
              <a:buNone/>
              <a:defRPr sz="438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192CA878-EDC0-4425-A983-40A8C2D781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616330-E7A2-41E2-B1FB-546D05F95824}" type="datetimeFigureOut">
              <a:rPr lang="zh-CN" altLang="en-US" smtClean="0"/>
              <a:t>2026/9/14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4DF0FCA0-1076-4BF8-80D1-7CE77DAF9E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7ADB051A-216B-4F73-B035-88CB2241A3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BA5B58-8516-40F5-A0D3-CF9BB0E49C5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359462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29A7347-9664-4879-A682-26F41F7B9D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811" y="222673"/>
            <a:ext cx="3539013" cy="779357"/>
          </a:xfrm>
        </p:spPr>
        <p:txBody>
          <a:bodyPr anchor="b"/>
          <a:lstStyle>
            <a:lvl1pPr>
              <a:defRPr sz="1403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D2E62150-9222-4CC1-B978-DD6ADD3832C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664869" y="480913"/>
            <a:ext cx="5554980" cy="2373636"/>
          </a:xfrm>
        </p:spPr>
        <p:txBody>
          <a:bodyPr/>
          <a:lstStyle>
            <a:lvl1pPr marL="0" indent="0">
              <a:buNone/>
              <a:defRPr sz="1403"/>
            </a:lvl1pPr>
            <a:lvl2pPr marL="200391" indent="0">
              <a:buNone/>
              <a:defRPr sz="1227"/>
            </a:lvl2pPr>
            <a:lvl3pPr marL="400782" indent="0">
              <a:buNone/>
              <a:defRPr sz="1052"/>
            </a:lvl3pPr>
            <a:lvl4pPr marL="601172" indent="0">
              <a:buNone/>
              <a:defRPr sz="877"/>
            </a:lvl4pPr>
            <a:lvl5pPr marL="801563" indent="0">
              <a:buNone/>
              <a:defRPr sz="877"/>
            </a:lvl5pPr>
            <a:lvl6pPr marL="1001954" indent="0">
              <a:buNone/>
              <a:defRPr sz="877"/>
            </a:lvl6pPr>
            <a:lvl7pPr marL="1202345" indent="0">
              <a:buNone/>
              <a:defRPr sz="877"/>
            </a:lvl7pPr>
            <a:lvl8pPr marL="1402735" indent="0">
              <a:buNone/>
              <a:defRPr sz="877"/>
            </a:lvl8pPr>
            <a:lvl9pPr marL="1603126" indent="0">
              <a:buNone/>
              <a:defRPr sz="877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9FD92577-879F-4A61-9485-FCBCD3D70D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55811" y="1002030"/>
            <a:ext cx="3539013" cy="1856385"/>
          </a:xfrm>
        </p:spPr>
        <p:txBody>
          <a:bodyPr/>
          <a:lstStyle>
            <a:lvl1pPr marL="0" indent="0">
              <a:buNone/>
              <a:defRPr sz="701"/>
            </a:lvl1pPr>
            <a:lvl2pPr marL="200391" indent="0">
              <a:buNone/>
              <a:defRPr sz="614"/>
            </a:lvl2pPr>
            <a:lvl3pPr marL="400782" indent="0">
              <a:buNone/>
              <a:defRPr sz="526"/>
            </a:lvl3pPr>
            <a:lvl4pPr marL="601172" indent="0">
              <a:buNone/>
              <a:defRPr sz="438"/>
            </a:lvl4pPr>
            <a:lvl5pPr marL="801563" indent="0">
              <a:buNone/>
              <a:defRPr sz="438"/>
            </a:lvl5pPr>
            <a:lvl6pPr marL="1001954" indent="0">
              <a:buNone/>
              <a:defRPr sz="438"/>
            </a:lvl6pPr>
            <a:lvl7pPr marL="1202345" indent="0">
              <a:buNone/>
              <a:defRPr sz="438"/>
            </a:lvl7pPr>
            <a:lvl8pPr marL="1402735" indent="0">
              <a:buNone/>
              <a:defRPr sz="438"/>
            </a:lvl8pPr>
            <a:lvl9pPr marL="1603126" indent="0">
              <a:buNone/>
              <a:defRPr sz="438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85A84F8F-A843-4029-A029-0CFC346500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616330-E7A2-41E2-B1FB-546D05F95824}" type="datetimeFigureOut">
              <a:rPr lang="zh-CN" altLang="en-US" smtClean="0"/>
              <a:t>2026/9/14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0006ACD4-087A-4E45-83A4-EE11885129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B2AB2A6-BEFD-49DE-974C-7E244843B8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BA5B58-8516-40F5-A0D3-CF9BB0E49C5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009152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FA35FD1-3B24-4283-9A13-7AC8BAF6C3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5DDAFE28-3694-4DDF-B714-AA642B3E25F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250F8A8-6DD2-4CBB-BA37-8ED2B29237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616330-E7A2-41E2-B1FB-546D05F95824}" type="datetimeFigureOut">
              <a:rPr lang="zh-CN" altLang="en-US" smtClean="0"/>
              <a:t>2026/9/14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4D735D1-AD9E-46A4-B6D8-E7621576F5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E4C4566-E0E7-4018-9D4C-543B7BECE3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BA5B58-8516-40F5-A0D3-CF9BB0E49C5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704398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16248901-5845-43E2-A635-0EFFAFA6AB9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7852410" y="177830"/>
            <a:ext cx="2366010" cy="2830580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3BB982B0-BE52-4CC8-9626-DDC78A8BAB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754380" y="177830"/>
            <a:ext cx="6960870" cy="2830580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2A681E1-7FBF-4472-B806-CB395E1974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616330-E7A2-41E2-B1FB-546D05F95824}" type="datetimeFigureOut">
              <a:rPr lang="zh-CN" altLang="en-US" smtClean="0"/>
              <a:t>2026/9/14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F136C09-FFA8-433B-968C-28D3053298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9E03287-AD5A-4E0F-95F8-4A3D6F44DA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BA5B58-8516-40F5-A0D3-CF9BB0E49C5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023574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10AA0EA5-E56C-4F2C-92EA-53F4774432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4380" y="177830"/>
            <a:ext cx="9464040" cy="64559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0B869232-1029-4D4E-8887-C2C62070DC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54380" y="889147"/>
            <a:ext cx="9464040" cy="2119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1B69919-58D3-40D3-A0DC-EDF451B7580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54380" y="3095779"/>
            <a:ext cx="2468880" cy="17782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52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8616330-E7A2-41E2-B1FB-546D05F95824}" type="datetimeFigureOut">
              <a:rPr lang="zh-CN" altLang="en-US" smtClean="0"/>
              <a:t>2026/9/14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3CE75BE-90C3-49FB-93C5-4691FFD3E04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634740" y="3095779"/>
            <a:ext cx="3703320" cy="17782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52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865F640-D11A-451F-834E-A4BDB2ADF30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749540" y="3095779"/>
            <a:ext cx="2468880" cy="17782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52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9BA5B58-8516-40F5-A0D3-CF9BB0E49C5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316998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400782" rtl="0" eaLnBrk="1" latinLnBrk="0" hangingPunct="1">
        <a:lnSpc>
          <a:spcPct val="90000"/>
        </a:lnSpc>
        <a:spcBef>
          <a:spcPct val="0"/>
        </a:spcBef>
        <a:buNone/>
        <a:defRPr sz="192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00195" indent="-100195" algn="l" defTabSz="400782" rtl="0" eaLnBrk="1" latinLnBrk="0" hangingPunct="1">
        <a:lnSpc>
          <a:spcPct val="90000"/>
        </a:lnSpc>
        <a:spcBef>
          <a:spcPts val="438"/>
        </a:spcBef>
        <a:buFont typeface="Arial" panose="020B0604020202020204" pitchFamily="34" charset="0"/>
        <a:buChar char="•"/>
        <a:defRPr sz="1227" kern="1200">
          <a:solidFill>
            <a:schemeClr val="tx1"/>
          </a:solidFill>
          <a:latin typeface="+mn-lt"/>
          <a:ea typeface="+mn-ea"/>
          <a:cs typeface="+mn-cs"/>
        </a:defRPr>
      </a:lvl1pPr>
      <a:lvl2pPr marL="300586" indent="-100195" algn="l" defTabSz="400782" rtl="0" eaLnBrk="1" latinLnBrk="0" hangingPunct="1">
        <a:lnSpc>
          <a:spcPct val="90000"/>
        </a:lnSpc>
        <a:spcBef>
          <a:spcPts val="219"/>
        </a:spcBef>
        <a:buFont typeface="Arial" panose="020B0604020202020204" pitchFamily="34" charset="0"/>
        <a:buChar char="•"/>
        <a:defRPr sz="1052" kern="1200">
          <a:solidFill>
            <a:schemeClr val="tx1"/>
          </a:solidFill>
          <a:latin typeface="+mn-lt"/>
          <a:ea typeface="+mn-ea"/>
          <a:cs typeface="+mn-cs"/>
        </a:defRPr>
      </a:lvl2pPr>
      <a:lvl3pPr marL="500977" indent="-100195" algn="l" defTabSz="400782" rtl="0" eaLnBrk="1" latinLnBrk="0" hangingPunct="1">
        <a:lnSpc>
          <a:spcPct val="90000"/>
        </a:lnSpc>
        <a:spcBef>
          <a:spcPts val="219"/>
        </a:spcBef>
        <a:buFont typeface="Arial" panose="020B0604020202020204" pitchFamily="34" charset="0"/>
        <a:buChar char="•"/>
        <a:defRPr sz="877" kern="1200">
          <a:solidFill>
            <a:schemeClr val="tx1"/>
          </a:solidFill>
          <a:latin typeface="+mn-lt"/>
          <a:ea typeface="+mn-ea"/>
          <a:cs typeface="+mn-cs"/>
        </a:defRPr>
      </a:lvl3pPr>
      <a:lvl4pPr marL="701368" indent="-100195" algn="l" defTabSz="400782" rtl="0" eaLnBrk="1" latinLnBrk="0" hangingPunct="1">
        <a:lnSpc>
          <a:spcPct val="90000"/>
        </a:lnSpc>
        <a:spcBef>
          <a:spcPts val="219"/>
        </a:spcBef>
        <a:buFont typeface="Arial" panose="020B0604020202020204" pitchFamily="34" charset="0"/>
        <a:buChar char="•"/>
        <a:defRPr sz="789" kern="1200">
          <a:solidFill>
            <a:schemeClr val="tx1"/>
          </a:solidFill>
          <a:latin typeface="+mn-lt"/>
          <a:ea typeface="+mn-ea"/>
          <a:cs typeface="+mn-cs"/>
        </a:defRPr>
      </a:lvl4pPr>
      <a:lvl5pPr marL="901758" indent="-100195" algn="l" defTabSz="400782" rtl="0" eaLnBrk="1" latinLnBrk="0" hangingPunct="1">
        <a:lnSpc>
          <a:spcPct val="90000"/>
        </a:lnSpc>
        <a:spcBef>
          <a:spcPts val="219"/>
        </a:spcBef>
        <a:buFont typeface="Arial" panose="020B0604020202020204" pitchFamily="34" charset="0"/>
        <a:buChar char="•"/>
        <a:defRPr sz="789" kern="1200">
          <a:solidFill>
            <a:schemeClr val="tx1"/>
          </a:solidFill>
          <a:latin typeface="+mn-lt"/>
          <a:ea typeface="+mn-ea"/>
          <a:cs typeface="+mn-cs"/>
        </a:defRPr>
      </a:lvl5pPr>
      <a:lvl6pPr marL="1102149" indent="-100195" algn="l" defTabSz="400782" rtl="0" eaLnBrk="1" latinLnBrk="0" hangingPunct="1">
        <a:lnSpc>
          <a:spcPct val="90000"/>
        </a:lnSpc>
        <a:spcBef>
          <a:spcPts val="219"/>
        </a:spcBef>
        <a:buFont typeface="Arial" panose="020B0604020202020204" pitchFamily="34" charset="0"/>
        <a:buChar char="•"/>
        <a:defRPr sz="789" kern="1200">
          <a:solidFill>
            <a:schemeClr val="tx1"/>
          </a:solidFill>
          <a:latin typeface="+mn-lt"/>
          <a:ea typeface="+mn-ea"/>
          <a:cs typeface="+mn-cs"/>
        </a:defRPr>
      </a:lvl6pPr>
      <a:lvl7pPr marL="1302540" indent="-100195" algn="l" defTabSz="400782" rtl="0" eaLnBrk="1" latinLnBrk="0" hangingPunct="1">
        <a:lnSpc>
          <a:spcPct val="90000"/>
        </a:lnSpc>
        <a:spcBef>
          <a:spcPts val="219"/>
        </a:spcBef>
        <a:buFont typeface="Arial" panose="020B0604020202020204" pitchFamily="34" charset="0"/>
        <a:buChar char="•"/>
        <a:defRPr sz="789" kern="1200">
          <a:solidFill>
            <a:schemeClr val="tx1"/>
          </a:solidFill>
          <a:latin typeface="+mn-lt"/>
          <a:ea typeface="+mn-ea"/>
          <a:cs typeface="+mn-cs"/>
        </a:defRPr>
      </a:lvl7pPr>
      <a:lvl8pPr marL="1502931" indent="-100195" algn="l" defTabSz="400782" rtl="0" eaLnBrk="1" latinLnBrk="0" hangingPunct="1">
        <a:lnSpc>
          <a:spcPct val="90000"/>
        </a:lnSpc>
        <a:spcBef>
          <a:spcPts val="219"/>
        </a:spcBef>
        <a:buFont typeface="Arial" panose="020B0604020202020204" pitchFamily="34" charset="0"/>
        <a:buChar char="•"/>
        <a:defRPr sz="789" kern="1200">
          <a:solidFill>
            <a:schemeClr val="tx1"/>
          </a:solidFill>
          <a:latin typeface="+mn-lt"/>
          <a:ea typeface="+mn-ea"/>
          <a:cs typeface="+mn-cs"/>
        </a:defRPr>
      </a:lvl8pPr>
      <a:lvl9pPr marL="1703321" indent="-100195" algn="l" defTabSz="400782" rtl="0" eaLnBrk="1" latinLnBrk="0" hangingPunct="1">
        <a:lnSpc>
          <a:spcPct val="90000"/>
        </a:lnSpc>
        <a:spcBef>
          <a:spcPts val="219"/>
        </a:spcBef>
        <a:buFont typeface="Arial" panose="020B0604020202020204" pitchFamily="34" charset="0"/>
        <a:buChar char="•"/>
        <a:defRPr sz="78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400782" rtl="0" eaLnBrk="1" latinLnBrk="0" hangingPunct="1">
        <a:defRPr sz="789" kern="1200">
          <a:solidFill>
            <a:schemeClr val="tx1"/>
          </a:solidFill>
          <a:latin typeface="+mn-lt"/>
          <a:ea typeface="+mn-ea"/>
          <a:cs typeface="+mn-cs"/>
        </a:defRPr>
      </a:lvl1pPr>
      <a:lvl2pPr marL="200391" algn="l" defTabSz="400782" rtl="0" eaLnBrk="1" latinLnBrk="0" hangingPunct="1">
        <a:defRPr sz="789" kern="1200">
          <a:solidFill>
            <a:schemeClr val="tx1"/>
          </a:solidFill>
          <a:latin typeface="+mn-lt"/>
          <a:ea typeface="+mn-ea"/>
          <a:cs typeface="+mn-cs"/>
        </a:defRPr>
      </a:lvl2pPr>
      <a:lvl3pPr marL="400782" algn="l" defTabSz="400782" rtl="0" eaLnBrk="1" latinLnBrk="0" hangingPunct="1">
        <a:defRPr sz="789" kern="1200">
          <a:solidFill>
            <a:schemeClr val="tx1"/>
          </a:solidFill>
          <a:latin typeface="+mn-lt"/>
          <a:ea typeface="+mn-ea"/>
          <a:cs typeface="+mn-cs"/>
        </a:defRPr>
      </a:lvl3pPr>
      <a:lvl4pPr marL="601172" algn="l" defTabSz="400782" rtl="0" eaLnBrk="1" latinLnBrk="0" hangingPunct="1">
        <a:defRPr sz="789" kern="1200">
          <a:solidFill>
            <a:schemeClr val="tx1"/>
          </a:solidFill>
          <a:latin typeface="+mn-lt"/>
          <a:ea typeface="+mn-ea"/>
          <a:cs typeface="+mn-cs"/>
        </a:defRPr>
      </a:lvl4pPr>
      <a:lvl5pPr marL="801563" algn="l" defTabSz="400782" rtl="0" eaLnBrk="1" latinLnBrk="0" hangingPunct="1">
        <a:defRPr sz="789" kern="1200">
          <a:solidFill>
            <a:schemeClr val="tx1"/>
          </a:solidFill>
          <a:latin typeface="+mn-lt"/>
          <a:ea typeface="+mn-ea"/>
          <a:cs typeface="+mn-cs"/>
        </a:defRPr>
      </a:lvl5pPr>
      <a:lvl6pPr marL="1001954" algn="l" defTabSz="400782" rtl="0" eaLnBrk="1" latinLnBrk="0" hangingPunct="1">
        <a:defRPr sz="789" kern="1200">
          <a:solidFill>
            <a:schemeClr val="tx1"/>
          </a:solidFill>
          <a:latin typeface="+mn-lt"/>
          <a:ea typeface="+mn-ea"/>
          <a:cs typeface="+mn-cs"/>
        </a:defRPr>
      </a:lvl6pPr>
      <a:lvl7pPr marL="1202345" algn="l" defTabSz="400782" rtl="0" eaLnBrk="1" latinLnBrk="0" hangingPunct="1">
        <a:defRPr sz="789" kern="1200">
          <a:solidFill>
            <a:schemeClr val="tx1"/>
          </a:solidFill>
          <a:latin typeface="+mn-lt"/>
          <a:ea typeface="+mn-ea"/>
          <a:cs typeface="+mn-cs"/>
        </a:defRPr>
      </a:lvl7pPr>
      <a:lvl8pPr marL="1402735" algn="l" defTabSz="400782" rtl="0" eaLnBrk="1" latinLnBrk="0" hangingPunct="1">
        <a:defRPr sz="789" kern="1200">
          <a:solidFill>
            <a:schemeClr val="tx1"/>
          </a:solidFill>
          <a:latin typeface="+mn-lt"/>
          <a:ea typeface="+mn-ea"/>
          <a:cs typeface="+mn-cs"/>
        </a:defRPr>
      </a:lvl8pPr>
      <a:lvl9pPr marL="1603126" algn="l" defTabSz="400782" rtl="0" eaLnBrk="1" latinLnBrk="0" hangingPunct="1">
        <a:defRPr sz="78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组合 11">
            <a:extLst>
              <a:ext uri="{FF2B5EF4-FFF2-40B4-BE49-F238E27FC236}">
                <a16:creationId xmlns:a16="http://schemas.microsoft.com/office/drawing/2014/main" id="{962BBC19-D456-4871-903C-D230E3C6D1C1}"/>
              </a:ext>
            </a:extLst>
          </p:cNvPr>
          <p:cNvGrpSpPr/>
          <p:nvPr/>
        </p:nvGrpSpPr>
        <p:grpSpPr>
          <a:xfrm>
            <a:off x="317500" y="774700"/>
            <a:ext cx="10337800" cy="1765588"/>
            <a:chOff x="317500" y="774700"/>
            <a:chExt cx="10337800" cy="1765588"/>
          </a:xfrm>
        </p:grpSpPr>
        <p:sp>
          <p:nvSpPr>
            <p:cNvPr id="2" name="矩形: 圆角 1">
              <a:extLst>
                <a:ext uri="{FF2B5EF4-FFF2-40B4-BE49-F238E27FC236}">
                  <a16:creationId xmlns:a16="http://schemas.microsoft.com/office/drawing/2014/main" id="{0B329D61-0510-447C-9F7E-24009C6B5C51}"/>
                </a:ext>
              </a:extLst>
            </p:cNvPr>
            <p:cNvSpPr/>
            <p:nvPr/>
          </p:nvSpPr>
          <p:spPr>
            <a:xfrm>
              <a:off x="317500" y="774700"/>
              <a:ext cx="1864360" cy="1054100"/>
            </a:xfrm>
            <a:prstGeom prst="roundRect">
              <a:avLst/>
            </a:prstGeom>
            <a:solidFill>
              <a:srgbClr val="E7E0E7"/>
            </a:solidFill>
            <a:ln w="15240">
              <a:solidFill>
                <a:srgbClr val="465B7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>
                  <a:latin typeface="宋体" panose="02010600030101010101" pitchFamily="2" charset="-122"/>
                </a:rPr>
                <a:t>受控需求源</a:t>
              </a:r>
            </a:p>
          </p:txBody>
        </p:sp>
        <p:sp>
          <p:nvSpPr>
            <p:cNvPr id="3" name="矩形: 圆角 2">
              <a:extLst>
                <a:ext uri="{FF2B5EF4-FFF2-40B4-BE49-F238E27FC236}">
                  <a16:creationId xmlns:a16="http://schemas.microsoft.com/office/drawing/2014/main" id="{EB1B2921-8034-4CE4-97CD-D6890AF6B168}"/>
                </a:ext>
              </a:extLst>
            </p:cNvPr>
            <p:cNvSpPr/>
            <p:nvPr/>
          </p:nvSpPr>
          <p:spPr>
            <a:xfrm>
              <a:off x="2435860" y="774700"/>
              <a:ext cx="1864360" cy="1054100"/>
            </a:xfrm>
            <a:prstGeom prst="roundRect">
              <a:avLst/>
            </a:prstGeom>
            <a:solidFill>
              <a:srgbClr val="EDF4EE"/>
            </a:solidFill>
            <a:ln w="15240">
              <a:solidFill>
                <a:srgbClr val="465B7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600">
                  <a:latin typeface="宋体" panose="02010600030101010101" pitchFamily="2" charset="-122"/>
                </a:rPr>
                <a:t>SRS</a:t>
              </a:r>
              <a:endParaRPr lang="zh-CN" altLang="en-US" sz="1600">
                <a:latin typeface="宋体" panose="02010600030101010101" pitchFamily="2" charset="-122"/>
              </a:endParaRPr>
            </a:p>
          </p:txBody>
        </p:sp>
        <p:cxnSp>
          <p:nvCxnSpPr>
            <p:cNvPr id="4" name="直接箭头连接符 3">
              <a:extLst>
                <a:ext uri="{FF2B5EF4-FFF2-40B4-BE49-F238E27FC236}">
                  <a16:creationId xmlns:a16="http://schemas.microsoft.com/office/drawing/2014/main" id="{C1EF0260-BFF1-4045-907A-A32DE011A5D9}"/>
                </a:ext>
              </a:extLst>
            </p:cNvPr>
            <p:cNvCxnSpPr/>
            <p:nvPr/>
          </p:nvCxnSpPr>
          <p:spPr>
            <a:xfrm>
              <a:off x="2181860" y="1301750"/>
              <a:ext cx="254000" cy="0"/>
            </a:xfrm>
            <a:prstGeom prst="straightConnector1">
              <a:avLst/>
            </a:prstGeom>
            <a:ln w="21590">
              <a:solidFill>
                <a:srgbClr val="507B7A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矩形: 圆角 4">
              <a:extLst>
                <a:ext uri="{FF2B5EF4-FFF2-40B4-BE49-F238E27FC236}">
                  <a16:creationId xmlns:a16="http://schemas.microsoft.com/office/drawing/2014/main" id="{B529EAE5-2C1D-43CA-8024-F51F99D4C879}"/>
                </a:ext>
              </a:extLst>
            </p:cNvPr>
            <p:cNvSpPr/>
            <p:nvPr/>
          </p:nvSpPr>
          <p:spPr>
            <a:xfrm>
              <a:off x="4554220" y="774700"/>
              <a:ext cx="1864360" cy="1054100"/>
            </a:xfrm>
            <a:prstGeom prst="roundRect">
              <a:avLst/>
            </a:prstGeom>
            <a:solidFill>
              <a:srgbClr val="F9F2E6"/>
            </a:solidFill>
            <a:ln w="15240">
              <a:solidFill>
                <a:srgbClr val="465B7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>
                  <a:latin typeface="宋体" panose="02010600030101010101" pitchFamily="2" charset="-122"/>
                </a:rPr>
                <a:t>机器可读 </a:t>
              </a:r>
              <a:r>
                <a:rPr lang="en-US" altLang="zh-CN" sz="1600">
                  <a:latin typeface="宋体" panose="02010600030101010101" pitchFamily="2" charset="-122"/>
                </a:rPr>
                <a:t>spec</a:t>
              </a:r>
              <a:endParaRPr lang="zh-CN" altLang="en-US" sz="1600">
                <a:latin typeface="宋体" panose="02010600030101010101" pitchFamily="2" charset="-122"/>
              </a:endParaRPr>
            </a:p>
          </p:txBody>
        </p:sp>
        <p:cxnSp>
          <p:nvCxnSpPr>
            <p:cNvPr id="6" name="直接箭头连接符 5">
              <a:extLst>
                <a:ext uri="{FF2B5EF4-FFF2-40B4-BE49-F238E27FC236}">
                  <a16:creationId xmlns:a16="http://schemas.microsoft.com/office/drawing/2014/main" id="{FC1E353B-673A-428B-A9CA-19C87BCAFD5D}"/>
                </a:ext>
              </a:extLst>
            </p:cNvPr>
            <p:cNvCxnSpPr/>
            <p:nvPr/>
          </p:nvCxnSpPr>
          <p:spPr>
            <a:xfrm>
              <a:off x="4300220" y="1301750"/>
              <a:ext cx="254000" cy="0"/>
            </a:xfrm>
            <a:prstGeom prst="straightConnector1">
              <a:avLst/>
            </a:prstGeom>
            <a:ln w="21590">
              <a:solidFill>
                <a:srgbClr val="507B7A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矩形: 圆角 6">
              <a:extLst>
                <a:ext uri="{FF2B5EF4-FFF2-40B4-BE49-F238E27FC236}">
                  <a16:creationId xmlns:a16="http://schemas.microsoft.com/office/drawing/2014/main" id="{6CC42B90-D5ED-41EB-BE83-71C44ADD764F}"/>
                </a:ext>
              </a:extLst>
            </p:cNvPr>
            <p:cNvSpPr/>
            <p:nvPr/>
          </p:nvSpPr>
          <p:spPr>
            <a:xfrm>
              <a:off x="6672580" y="774700"/>
              <a:ext cx="1864360" cy="1054100"/>
            </a:xfrm>
            <a:prstGeom prst="roundRect">
              <a:avLst/>
            </a:prstGeom>
            <a:solidFill>
              <a:srgbClr val="F0EBF2"/>
            </a:solidFill>
            <a:ln w="15240">
              <a:solidFill>
                <a:srgbClr val="465B7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600">
                  <a:latin typeface="宋体" panose="02010600030101010101" pitchFamily="2" charset="-122"/>
                </a:rPr>
                <a:t>RTM</a:t>
              </a:r>
              <a:endParaRPr lang="zh-CN" altLang="en-US" sz="1600">
                <a:latin typeface="宋体" panose="02010600030101010101" pitchFamily="2" charset="-122"/>
              </a:endParaRPr>
            </a:p>
          </p:txBody>
        </p:sp>
        <p:cxnSp>
          <p:nvCxnSpPr>
            <p:cNvPr id="8" name="直接箭头连接符 7">
              <a:extLst>
                <a:ext uri="{FF2B5EF4-FFF2-40B4-BE49-F238E27FC236}">
                  <a16:creationId xmlns:a16="http://schemas.microsoft.com/office/drawing/2014/main" id="{CFFA2EDF-11EC-4727-95D6-AA9CA3F8B46D}"/>
                </a:ext>
              </a:extLst>
            </p:cNvPr>
            <p:cNvCxnSpPr/>
            <p:nvPr/>
          </p:nvCxnSpPr>
          <p:spPr>
            <a:xfrm>
              <a:off x="6418580" y="1301750"/>
              <a:ext cx="254000" cy="0"/>
            </a:xfrm>
            <a:prstGeom prst="straightConnector1">
              <a:avLst/>
            </a:prstGeom>
            <a:ln w="21590">
              <a:solidFill>
                <a:srgbClr val="507B7A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矩形: 圆角 8">
              <a:extLst>
                <a:ext uri="{FF2B5EF4-FFF2-40B4-BE49-F238E27FC236}">
                  <a16:creationId xmlns:a16="http://schemas.microsoft.com/office/drawing/2014/main" id="{FF3B4141-3815-466E-8C59-71158CABA4D0}"/>
                </a:ext>
              </a:extLst>
            </p:cNvPr>
            <p:cNvSpPr/>
            <p:nvPr/>
          </p:nvSpPr>
          <p:spPr>
            <a:xfrm>
              <a:off x="8790940" y="774700"/>
              <a:ext cx="1864360" cy="1054100"/>
            </a:xfrm>
            <a:prstGeom prst="roundRect">
              <a:avLst/>
            </a:prstGeom>
            <a:solidFill>
              <a:srgbClr val="E7E0E7"/>
            </a:solidFill>
            <a:ln w="15240">
              <a:solidFill>
                <a:srgbClr val="465B7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>
                  <a:latin typeface="宋体" panose="02010600030101010101" pitchFamily="2" charset="-122"/>
                </a:rPr>
                <a:t>设计</a:t>
              </a:r>
              <a:r>
                <a:rPr lang="en-US" altLang="zh-CN" sz="1600">
                  <a:latin typeface="宋体" panose="02010600030101010101" pitchFamily="2" charset="-122"/>
                </a:rPr>
                <a:t>/</a:t>
              </a:r>
              <a:r>
                <a:rPr lang="zh-CN" altLang="en-US" sz="1600">
                  <a:latin typeface="宋体" panose="02010600030101010101" pitchFamily="2" charset="-122"/>
                </a:rPr>
                <a:t>测试证据</a:t>
              </a:r>
            </a:p>
          </p:txBody>
        </p:sp>
        <p:cxnSp>
          <p:nvCxnSpPr>
            <p:cNvPr id="10" name="直接箭头连接符 9">
              <a:extLst>
                <a:ext uri="{FF2B5EF4-FFF2-40B4-BE49-F238E27FC236}">
                  <a16:creationId xmlns:a16="http://schemas.microsoft.com/office/drawing/2014/main" id="{88A12F5D-B781-484E-9996-407CF8EF8139}"/>
                </a:ext>
              </a:extLst>
            </p:cNvPr>
            <p:cNvCxnSpPr/>
            <p:nvPr/>
          </p:nvCxnSpPr>
          <p:spPr>
            <a:xfrm>
              <a:off x="8536940" y="1301750"/>
              <a:ext cx="254000" cy="0"/>
            </a:xfrm>
            <a:prstGeom prst="straightConnector1">
              <a:avLst/>
            </a:prstGeom>
            <a:ln w="21590">
              <a:solidFill>
                <a:srgbClr val="507B7A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文本框 10">
              <a:extLst>
                <a:ext uri="{FF2B5EF4-FFF2-40B4-BE49-F238E27FC236}">
                  <a16:creationId xmlns:a16="http://schemas.microsoft.com/office/drawing/2014/main" id="{92F4E5B1-FA1B-4CEC-9372-33B33BCEF6B6}"/>
                </a:ext>
              </a:extLst>
            </p:cNvPr>
            <p:cNvSpPr txBox="1"/>
            <p:nvPr/>
          </p:nvSpPr>
          <p:spPr>
            <a:xfrm>
              <a:off x="368300" y="2247900"/>
              <a:ext cx="10236200" cy="292388"/>
            </a:xfrm>
            <a:prstGeom prst="rect">
              <a:avLst/>
            </a:prstGeom>
            <a:noFill/>
          </p:spPr>
          <p:txBody>
            <a:bodyPr vert="horz" rtlCol="0">
              <a:spAutoFit/>
            </a:bodyPr>
            <a:lstStyle/>
            <a:p>
              <a:pPr algn="ctr"/>
              <a:r>
                <a:rPr lang="zh-CN" altLang="en-US" sz="1300">
                  <a:solidFill>
                    <a:srgbClr val="636363"/>
                  </a:solidFill>
                  <a:latin typeface="宋体" panose="02010600030101010101" pitchFamily="2" charset="-122"/>
                </a:rPr>
                <a:t>稳定编号和 </a:t>
              </a:r>
              <a:r>
                <a:rPr lang="en-US" altLang="zh-CN" sz="1300">
                  <a:solidFill>
                    <a:srgbClr val="636363"/>
                  </a:solidFill>
                  <a:latin typeface="宋体" panose="02010600030101010101" pitchFamily="2" charset="-122"/>
                </a:rPr>
                <a:t>AC </a:t>
              </a:r>
              <a:r>
                <a:rPr lang="zh-CN" altLang="en-US" sz="1300">
                  <a:solidFill>
                    <a:srgbClr val="636363"/>
                  </a:solidFill>
                  <a:latin typeface="宋体" panose="02010600030101010101" pitchFamily="2" charset="-122"/>
                </a:rPr>
                <a:t>编号贯穿双镜像，任一环节变更均需反向回溯。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4131688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32</Words>
  <Application>Microsoft Office PowerPoint</Application>
  <PresentationFormat>自定义</PresentationFormat>
  <Paragraphs>6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6" baseType="lpstr">
      <vt:lpstr>等线</vt:lpstr>
      <vt:lpstr>等线 Light</vt:lpstr>
      <vt:lpstr>宋体</vt:lpstr>
      <vt:lpstr>Arial</vt:lpstr>
      <vt:lpstr>Office 主题​​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宇 严</dc:creator>
  <cp:lastModifiedBy>宇 严</cp:lastModifiedBy>
  <cp:revision>2</cp:revision>
  <dcterms:created xsi:type="dcterms:W3CDTF">2026-09-13T17:42:37Z</dcterms:created>
  <dcterms:modified xsi:type="dcterms:W3CDTF">2026-09-13T17:42:38Z</dcterms:modified>
</cp:coreProperties>
</file>