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0972800" cy="33401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53" y="5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E19DE1-232A-4F92-BD28-9E1DAC0BB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546632"/>
            <a:ext cx="8229600" cy="1162850"/>
          </a:xfrm>
        </p:spPr>
        <p:txBody>
          <a:bodyPr anchor="b"/>
          <a:lstStyle>
            <a:lvl1pPr algn="ctr">
              <a:defRPr sz="26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66F2455-8345-4C95-B725-C17DC474BE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1754326"/>
            <a:ext cx="8229600" cy="806417"/>
          </a:xfrm>
        </p:spPr>
        <p:txBody>
          <a:bodyPr/>
          <a:lstStyle>
            <a:lvl1pPr marL="0" indent="0" algn="ctr">
              <a:buNone/>
              <a:defRPr sz="1052"/>
            </a:lvl1pPr>
            <a:lvl2pPr marL="200391" indent="0" algn="ctr">
              <a:buNone/>
              <a:defRPr sz="877"/>
            </a:lvl2pPr>
            <a:lvl3pPr marL="400782" indent="0" algn="ctr">
              <a:buNone/>
              <a:defRPr sz="789"/>
            </a:lvl3pPr>
            <a:lvl4pPr marL="601172" indent="0" algn="ctr">
              <a:buNone/>
              <a:defRPr sz="701"/>
            </a:lvl4pPr>
            <a:lvl5pPr marL="801563" indent="0" algn="ctr">
              <a:buNone/>
              <a:defRPr sz="701"/>
            </a:lvl5pPr>
            <a:lvl6pPr marL="1001954" indent="0" algn="ctr">
              <a:buNone/>
              <a:defRPr sz="701"/>
            </a:lvl6pPr>
            <a:lvl7pPr marL="1202345" indent="0" algn="ctr">
              <a:buNone/>
              <a:defRPr sz="701"/>
            </a:lvl7pPr>
            <a:lvl8pPr marL="1402735" indent="0" algn="ctr">
              <a:buNone/>
              <a:defRPr sz="701"/>
            </a:lvl8pPr>
            <a:lvl9pPr marL="1603126" indent="0" algn="ctr">
              <a:buNone/>
              <a:defRPr sz="701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5749AF-98AC-4161-8CEC-8AB620A62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16330-E7A2-41E2-B1FB-546D05F95824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E46944-F28A-4014-9646-DFF672E51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8712E5-7E73-4063-8C35-7E67D0158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A5B58-8516-40F5-A0D3-CF9BB0E49C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005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CF92B5-7510-46D8-85F8-4E66C421A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9FDE7C-E7FB-4064-BF83-300F75DEB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AABE7A-A245-4DA9-A1C6-5B38760A7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16330-E7A2-41E2-B1FB-546D05F95824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70902B-AA1F-4478-8EF7-ED42EC08B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6940FC-84E7-4807-AC5B-51D6C7F50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A5B58-8516-40F5-A0D3-CF9BB0E49C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8536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70538A-D777-43F8-8AAB-CE66ABB09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665" y="832706"/>
            <a:ext cx="9464040" cy="1389389"/>
          </a:xfrm>
        </p:spPr>
        <p:txBody>
          <a:bodyPr anchor="b"/>
          <a:lstStyle>
            <a:lvl1pPr>
              <a:defRPr sz="26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F98931-12E9-42E5-824F-1F839FA94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8665" y="2235239"/>
            <a:ext cx="9464040" cy="730647"/>
          </a:xfrm>
        </p:spPr>
        <p:txBody>
          <a:bodyPr/>
          <a:lstStyle>
            <a:lvl1pPr marL="0" indent="0">
              <a:buNone/>
              <a:defRPr sz="1052">
                <a:solidFill>
                  <a:schemeClr val="tx1">
                    <a:tint val="75000"/>
                  </a:schemeClr>
                </a:solidFill>
              </a:defRPr>
            </a:lvl1pPr>
            <a:lvl2pPr marL="200391" indent="0">
              <a:buNone/>
              <a:defRPr sz="877">
                <a:solidFill>
                  <a:schemeClr val="tx1">
                    <a:tint val="75000"/>
                  </a:schemeClr>
                </a:solidFill>
              </a:defRPr>
            </a:lvl2pPr>
            <a:lvl3pPr marL="400782" indent="0">
              <a:buNone/>
              <a:defRPr sz="789">
                <a:solidFill>
                  <a:schemeClr val="tx1">
                    <a:tint val="75000"/>
                  </a:schemeClr>
                </a:solidFill>
              </a:defRPr>
            </a:lvl3pPr>
            <a:lvl4pPr marL="601172" indent="0">
              <a:buNone/>
              <a:defRPr sz="701">
                <a:solidFill>
                  <a:schemeClr val="tx1">
                    <a:tint val="75000"/>
                  </a:schemeClr>
                </a:solidFill>
              </a:defRPr>
            </a:lvl4pPr>
            <a:lvl5pPr marL="801563" indent="0">
              <a:buNone/>
              <a:defRPr sz="701">
                <a:solidFill>
                  <a:schemeClr val="tx1">
                    <a:tint val="75000"/>
                  </a:schemeClr>
                </a:solidFill>
              </a:defRPr>
            </a:lvl5pPr>
            <a:lvl6pPr marL="1001954" indent="0">
              <a:buNone/>
              <a:defRPr sz="701">
                <a:solidFill>
                  <a:schemeClr val="tx1">
                    <a:tint val="75000"/>
                  </a:schemeClr>
                </a:solidFill>
              </a:defRPr>
            </a:lvl6pPr>
            <a:lvl7pPr marL="1202345" indent="0">
              <a:buNone/>
              <a:defRPr sz="701">
                <a:solidFill>
                  <a:schemeClr val="tx1">
                    <a:tint val="75000"/>
                  </a:schemeClr>
                </a:solidFill>
              </a:defRPr>
            </a:lvl7pPr>
            <a:lvl8pPr marL="1402735" indent="0">
              <a:buNone/>
              <a:defRPr sz="701">
                <a:solidFill>
                  <a:schemeClr val="tx1">
                    <a:tint val="75000"/>
                  </a:schemeClr>
                </a:solidFill>
              </a:defRPr>
            </a:lvl8pPr>
            <a:lvl9pPr marL="1603126" indent="0">
              <a:buNone/>
              <a:defRPr sz="7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9C90A6-FAB3-47BE-BEDE-5D624B5C1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16330-E7A2-41E2-B1FB-546D05F95824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DF17EE-3F50-4D0D-8375-CF6519D2E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51FF95-EA97-4113-8FD9-0B84563A0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A5B58-8516-40F5-A0D3-CF9BB0E49C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9363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CCA48E-BBC1-4A23-8E52-C98F3096F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C6DDAB-D87C-4E2A-9146-04EFFD1C2D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4380" y="889147"/>
            <a:ext cx="4663440" cy="21192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E98827-11CB-4B77-BCCB-418316FFEC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54980" y="889147"/>
            <a:ext cx="4663440" cy="21192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676099-B4B4-410E-B31F-E82199B6B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16330-E7A2-41E2-B1FB-546D05F95824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7690BA-9336-46F7-8F59-A4143F26C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53B0DE-287B-42D8-B654-9485D1623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A5B58-8516-40F5-A0D3-CF9BB0E49C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2167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7D7E0C-8EB1-4BF4-9545-4921C7449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09" y="177830"/>
            <a:ext cx="9464040" cy="64559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7E88C8-F5FD-41B9-9593-8E02C58F9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810" y="818788"/>
            <a:ext cx="4642008" cy="401276"/>
          </a:xfrm>
        </p:spPr>
        <p:txBody>
          <a:bodyPr anchor="b"/>
          <a:lstStyle>
            <a:lvl1pPr marL="0" indent="0">
              <a:buNone/>
              <a:defRPr sz="1052" b="1"/>
            </a:lvl1pPr>
            <a:lvl2pPr marL="200391" indent="0">
              <a:buNone/>
              <a:defRPr sz="877" b="1"/>
            </a:lvl2pPr>
            <a:lvl3pPr marL="400782" indent="0">
              <a:buNone/>
              <a:defRPr sz="789" b="1"/>
            </a:lvl3pPr>
            <a:lvl4pPr marL="601172" indent="0">
              <a:buNone/>
              <a:defRPr sz="701" b="1"/>
            </a:lvl4pPr>
            <a:lvl5pPr marL="801563" indent="0">
              <a:buNone/>
              <a:defRPr sz="701" b="1"/>
            </a:lvl5pPr>
            <a:lvl6pPr marL="1001954" indent="0">
              <a:buNone/>
              <a:defRPr sz="701" b="1"/>
            </a:lvl6pPr>
            <a:lvl7pPr marL="1202345" indent="0">
              <a:buNone/>
              <a:defRPr sz="701" b="1"/>
            </a:lvl7pPr>
            <a:lvl8pPr marL="1402735" indent="0">
              <a:buNone/>
              <a:defRPr sz="701" b="1"/>
            </a:lvl8pPr>
            <a:lvl9pPr marL="1603126" indent="0">
              <a:buNone/>
              <a:defRPr sz="701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96B6C3-16E1-46E5-97C4-4AC5B888D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5810" y="1220064"/>
            <a:ext cx="4642008" cy="179453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074739B-6B11-46C4-AD36-0AEA335DF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4981" y="818788"/>
            <a:ext cx="4664869" cy="401276"/>
          </a:xfrm>
        </p:spPr>
        <p:txBody>
          <a:bodyPr anchor="b"/>
          <a:lstStyle>
            <a:lvl1pPr marL="0" indent="0">
              <a:buNone/>
              <a:defRPr sz="1052" b="1"/>
            </a:lvl1pPr>
            <a:lvl2pPr marL="200391" indent="0">
              <a:buNone/>
              <a:defRPr sz="877" b="1"/>
            </a:lvl2pPr>
            <a:lvl3pPr marL="400782" indent="0">
              <a:buNone/>
              <a:defRPr sz="789" b="1"/>
            </a:lvl3pPr>
            <a:lvl4pPr marL="601172" indent="0">
              <a:buNone/>
              <a:defRPr sz="701" b="1"/>
            </a:lvl4pPr>
            <a:lvl5pPr marL="801563" indent="0">
              <a:buNone/>
              <a:defRPr sz="701" b="1"/>
            </a:lvl5pPr>
            <a:lvl6pPr marL="1001954" indent="0">
              <a:buNone/>
              <a:defRPr sz="701" b="1"/>
            </a:lvl6pPr>
            <a:lvl7pPr marL="1202345" indent="0">
              <a:buNone/>
              <a:defRPr sz="701" b="1"/>
            </a:lvl7pPr>
            <a:lvl8pPr marL="1402735" indent="0">
              <a:buNone/>
              <a:defRPr sz="701" b="1"/>
            </a:lvl8pPr>
            <a:lvl9pPr marL="1603126" indent="0">
              <a:buNone/>
              <a:defRPr sz="701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755AE15-A784-4E90-A5C4-B7DF9F562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4981" y="1220064"/>
            <a:ext cx="4664869" cy="179453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8AFDC1-52A0-4269-A201-43C5A93A2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16330-E7A2-41E2-B1FB-546D05F95824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58AACD1-E809-431D-9DCC-7CD591124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839E78C-D94E-4546-AF63-E369EC74D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A5B58-8516-40F5-A0D3-CF9BB0E49C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2164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D04B4F-8AC2-4592-8E9B-C999B72E0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1AA230-827C-4383-8AB2-3CC48E0CC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16330-E7A2-41E2-B1FB-546D05F95824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F022432-27FA-4980-A826-EBA957A95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075AA33-9E68-4301-AA9F-1258804C0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A5B58-8516-40F5-A0D3-CF9BB0E49C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4449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2E2014E-CA75-471F-89F4-5CACEB69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16330-E7A2-41E2-B1FB-546D05F95824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5972629-3A88-4B68-AE5D-428930273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81657C-F825-4594-8FFE-C83104E12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A5B58-8516-40F5-A0D3-CF9BB0E49C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374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F0452C-07C8-468C-B61C-B7F0AD810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11" y="222673"/>
            <a:ext cx="3539013" cy="779357"/>
          </a:xfrm>
        </p:spPr>
        <p:txBody>
          <a:bodyPr anchor="b"/>
          <a:lstStyle>
            <a:lvl1pPr>
              <a:defRPr sz="1403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E1B680-8077-48CA-B691-7F74804E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4869" y="480913"/>
            <a:ext cx="5554980" cy="2373636"/>
          </a:xfrm>
        </p:spPr>
        <p:txBody>
          <a:bodyPr/>
          <a:lstStyle>
            <a:lvl1pPr>
              <a:defRPr sz="1403"/>
            </a:lvl1pPr>
            <a:lvl2pPr>
              <a:defRPr sz="1227"/>
            </a:lvl2pPr>
            <a:lvl3pPr>
              <a:defRPr sz="1052"/>
            </a:lvl3pPr>
            <a:lvl4pPr>
              <a:defRPr sz="877"/>
            </a:lvl4pPr>
            <a:lvl5pPr>
              <a:defRPr sz="877"/>
            </a:lvl5pPr>
            <a:lvl6pPr>
              <a:defRPr sz="877"/>
            </a:lvl6pPr>
            <a:lvl7pPr>
              <a:defRPr sz="877"/>
            </a:lvl7pPr>
            <a:lvl8pPr>
              <a:defRPr sz="877"/>
            </a:lvl8pPr>
            <a:lvl9pPr>
              <a:defRPr sz="87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911E65-328D-45A2-A5DC-41C18830D7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5811" y="1002030"/>
            <a:ext cx="3539013" cy="1856385"/>
          </a:xfrm>
        </p:spPr>
        <p:txBody>
          <a:bodyPr/>
          <a:lstStyle>
            <a:lvl1pPr marL="0" indent="0">
              <a:buNone/>
              <a:defRPr sz="701"/>
            </a:lvl1pPr>
            <a:lvl2pPr marL="200391" indent="0">
              <a:buNone/>
              <a:defRPr sz="614"/>
            </a:lvl2pPr>
            <a:lvl3pPr marL="400782" indent="0">
              <a:buNone/>
              <a:defRPr sz="526"/>
            </a:lvl3pPr>
            <a:lvl4pPr marL="601172" indent="0">
              <a:buNone/>
              <a:defRPr sz="438"/>
            </a:lvl4pPr>
            <a:lvl5pPr marL="801563" indent="0">
              <a:buNone/>
              <a:defRPr sz="438"/>
            </a:lvl5pPr>
            <a:lvl6pPr marL="1001954" indent="0">
              <a:buNone/>
              <a:defRPr sz="438"/>
            </a:lvl6pPr>
            <a:lvl7pPr marL="1202345" indent="0">
              <a:buNone/>
              <a:defRPr sz="438"/>
            </a:lvl7pPr>
            <a:lvl8pPr marL="1402735" indent="0">
              <a:buNone/>
              <a:defRPr sz="438"/>
            </a:lvl8pPr>
            <a:lvl9pPr marL="1603126" indent="0">
              <a:buNone/>
              <a:defRPr sz="43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2CA878-EDC0-4425-A983-40A8C2D78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16330-E7A2-41E2-B1FB-546D05F95824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F0FCA0-1076-4BF8-80D1-7CE77DAF9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DB051A-216B-4F73-B035-88CB2241A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A5B58-8516-40F5-A0D3-CF9BB0E49C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946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9A7347-9664-4879-A682-26F41F7B9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11" y="222673"/>
            <a:ext cx="3539013" cy="779357"/>
          </a:xfrm>
        </p:spPr>
        <p:txBody>
          <a:bodyPr anchor="b"/>
          <a:lstStyle>
            <a:lvl1pPr>
              <a:defRPr sz="1403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2E62150-9222-4CC1-B978-DD6ADD3832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64869" y="480913"/>
            <a:ext cx="5554980" cy="2373636"/>
          </a:xfrm>
        </p:spPr>
        <p:txBody>
          <a:bodyPr/>
          <a:lstStyle>
            <a:lvl1pPr marL="0" indent="0">
              <a:buNone/>
              <a:defRPr sz="1403"/>
            </a:lvl1pPr>
            <a:lvl2pPr marL="200391" indent="0">
              <a:buNone/>
              <a:defRPr sz="1227"/>
            </a:lvl2pPr>
            <a:lvl3pPr marL="400782" indent="0">
              <a:buNone/>
              <a:defRPr sz="1052"/>
            </a:lvl3pPr>
            <a:lvl4pPr marL="601172" indent="0">
              <a:buNone/>
              <a:defRPr sz="877"/>
            </a:lvl4pPr>
            <a:lvl5pPr marL="801563" indent="0">
              <a:buNone/>
              <a:defRPr sz="877"/>
            </a:lvl5pPr>
            <a:lvl6pPr marL="1001954" indent="0">
              <a:buNone/>
              <a:defRPr sz="877"/>
            </a:lvl6pPr>
            <a:lvl7pPr marL="1202345" indent="0">
              <a:buNone/>
              <a:defRPr sz="877"/>
            </a:lvl7pPr>
            <a:lvl8pPr marL="1402735" indent="0">
              <a:buNone/>
              <a:defRPr sz="877"/>
            </a:lvl8pPr>
            <a:lvl9pPr marL="1603126" indent="0">
              <a:buNone/>
              <a:defRPr sz="877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D92577-879F-4A61-9485-FCBCD3D70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5811" y="1002030"/>
            <a:ext cx="3539013" cy="1856385"/>
          </a:xfrm>
        </p:spPr>
        <p:txBody>
          <a:bodyPr/>
          <a:lstStyle>
            <a:lvl1pPr marL="0" indent="0">
              <a:buNone/>
              <a:defRPr sz="701"/>
            </a:lvl1pPr>
            <a:lvl2pPr marL="200391" indent="0">
              <a:buNone/>
              <a:defRPr sz="614"/>
            </a:lvl2pPr>
            <a:lvl3pPr marL="400782" indent="0">
              <a:buNone/>
              <a:defRPr sz="526"/>
            </a:lvl3pPr>
            <a:lvl4pPr marL="601172" indent="0">
              <a:buNone/>
              <a:defRPr sz="438"/>
            </a:lvl4pPr>
            <a:lvl5pPr marL="801563" indent="0">
              <a:buNone/>
              <a:defRPr sz="438"/>
            </a:lvl5pPr>
            <a:lvl6pPr marL="1001954" indent="0">
              <a:buNone/>
              <a:defRPr sz="438"/>
            </a:lvl6pPr>
            <a:lvl7pPr marL="1202345" indent="0">
              <a:buNone/>
              <a:defRPr sz="438"/>
            </a:lvl7pPr>
            <a:lvl8pPr marL="1402735" indent="0">
              <a:buNone/>
              <a:defRPr sz="438"/>
            </a:lvl8pPr>
            <a:lvl9pPr marL="1603126" indent="0">
              <a:buNone/>
              <a:defRPr sz="43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A84F8F-A843-4029-A029-0CFC34650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16330-E7A2-41E2-B1FB-546D05F95824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06ACD4-087A-4E45-83A4-EE1188512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2AB2A6-BEFD-49DE-974C-7E244843B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A5B58-8516-40F5-A0D3-CF9BB0E49C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915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A35FD1-3B24-4283-9A13-7AC8BAF6C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DDAFE28-3694-4DDF-B714-AA642B3E25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50F8A8-6DD2-4CBB-BA37-8ED2B2923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16330-E7A2-41E2-B1FB-546D05F95824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D735D1-AD9E-46A4-B6D8-E7621576F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4C4566-E0E7-4018-9D4C-543B7BECE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A5B58-8516-40F5-A0D3-CF9BB0E49C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439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6248901-5845-43E2-A635-0EFFAFA6AB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852410" y="177830"/>
            <a:ext cx="2366010" cy="28305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BB982B0-BE52-4CC8-9626-DDC78A8BAB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4380" y="177830"/>
            <a:ext cx="6960870" cy="28305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A681E1-7FBF-4472-B806-CB395E197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16330-E7A2-41E2-B1FB-546D05F95824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136C09-FFA8-433B-968C-28D305329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E03287-AD5A-4E0F-95F8-4A3D6F44D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A5B58-8516-40F5-A0D3-CF9BB0E49C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2357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0AA0EA5-E56C-4F2C-92EA-53F477443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80" y="177830"/>
            <a:ext cx="9464040" cy="6455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869232-1029-4D4E-8887-C2C62070D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4380" y="889147"/>
            <a:ext cx="9464040" cy="2119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B69919-58D3-40D3-A0DC-EDF451B758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54380" y="3095779"/>
            <a:ext cx="2468880" cy="1778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616330-E7A2-41E2-B1FB-546D05F95824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CE75BE-90C3-49FB-93C5-4691FFD3E0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34740" y="3095779"/>
            <a:ext cx="3703320" cy="1778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65F640-D11A-451F-834E-A4BDB2ADF3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49540" y="3095779"/>
            <a:ext cx="2468880" cy="1778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A5B58-8516-40F5-A0D3-CF9BB0E49C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1699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00782" rtl="0" eaLnBrk="1" latinLnBrk="0" hangingPunct="1">
        <a:lnSpc>
          <a:spcPct val="90000"/>
        </a:lnSpc>
        <a:spcBef>
          <a:spcPct val="0"/>
        </a:spcBef>
        <a:buNone/>
        <a:defRPr sz="1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0195" indent="-100195" algn="l" defTabSz="400782" rtl="0" eaLnBrk="1" latinLnBrk="0" hangingPunct="1">
        <a:lnSpc>
          <a:spcPct val="90000"/>
        </a:lnSpc>
        <a:spcBef>
          <a:spcPts val="438"/>
        </a:spcBef>
        <a:buFont typeface="Arial" panose="020B0604020202020204" pitchFamily="34" charset="0"/>
        <a:buChar char="•"/>
        <a:defRPr sz="1227" kern="1200">
          <a:solidFill>
            <a:schemeClr val="tx1"/>
          </a:solidFill>
          <a:latin typeface="+mn-lt"/>
          <a:ea typeface="+mn-ea"/>
          <a:cs typeface="+mn-cs"/>
        </a:defRPr>
      </a:lvl1pPr>
      <a:lvl2pPr marL="300586" indent="-100195" algn="l" defTabSz="400782" rtl="0" eaLnBrk="1" latinLnBrk="0" hangingPunct="1">
        <a:lnSpc>
          <a:spcPct val="90000"/>
        </a:lnSpc>
        <a:spcBef>
          <a:spcPts val="219"/>
        </a:spcBef>
        <a:buFont typeface="Arial" panose="020B0604020202020204" pitchFamily="34" charset="0"/>
        <a:buChar char="•"/>
        <a:defRPr sz="1052" kern="1200">
          <a:solidFill>
            <a:schemeClr val="tx1"/>
          </a:solidFill>
          <a:latin typeface="+mn-lt"/>
          <a:ea typeface="+mn-ea"/>
          <a:cs typeface="+mn-cs"/>
        </a:defRPr>
      </a:lvl2pPr>
      <a:lvl3pPr marL="500977" indent="-100195" algn="l" defTabSz="400782" rtl="0" eaLnBrk="1" latinLnBrk="0" hangingPunct="1">
        <a:lnSpc>
          <a:spcPct val="90000"/>
        </a:lnSpc>
        <a:spcBef>
          <a:spcPts val="219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701368" indent="-100195" algn="l" defTabSz="400782" rtl="0" eaLnBrk="1" latinLnBrk="0" hangingPunct="1">
        <a:lnSpc>
          <a:spcPct val="90000"/>
        </a:lnSpc>
        <a:spcBef>
          <a:spcPts val="219"/>
        </a:spcBef>
        <a:buFont typeface="Arial" panose="020B0604020202020204" pitchFamily="34" charset="0"/>
        <a:buChar char="•"/>
        <a:defRPr sz="789" kern="1200">
          <a:solidFill>
            <a:schemeClr val="tx1"/>
          </a:solidFill>
          <a:latin typeface="+mn-lt"/>
          <a:ea typeface="+mn-ea"/>
          <a:cs typeface="+mn-cs"/>
        </a:defRPr>
      </a:lvl4pPr>
      <a:lvl5pPr marL="901758" indent="-100195" algn="l" defTabSz="400782" rtl="0" eaLnBrk="1" latinLnBrk="0" hangingPunct="1">
        <a:lnSpc>
          <a:spcPct val="90000"/>
        </a:lnSpc>
        <a:spcBef>
          <a:spcPts val="219"/>
        </a:spcBef>
        <a:buFont typeface="Arial" panose="020B0604020202020204" pitchFamily="34" charset="0"/>
        <a:buChar char="•"/>
        <a:defRPr sz="789" kern="1200">
          <a:solidFill>
            <a:schemeClr val="tx1"/>
          </a:solidFill>
          <a:latin typeface="+mn-lt"/>
          <a:ea typeface="+mn-ea"/>
          <a:cs typeface="+mn-cs"/>
        </a:defRPr>
      </a:lvl5pPr>
      <a:lvl6pPr marL="1102149" indent="-100195" algn="l" defTabSz="400782" rtl="0" eaLnBrk="1" latinLnBrk="0" hangingPunct="1">
        <a:lnSpc>
          <a:spcPct val="90000"/>
        </a:lnSpc>
        <a:spcBef>
          <a:spcPts val="219"/>
        </a:spcBef>
        <a:buFont typeface="Arial" panose="020B0604020202020204" pitchFamily="34" charset="0"/>
        <a:buChar char="•"/>
        <a:defRPr sz="789" kern="1200">
          <a:solidFill>
            <a:schemeClr val="tx1"/>
          </a:solidFill>
          <a:latin typeface="+mn-lt"/>
          <a:ea typeface="+mn-ea"/>
          <a:cs typeface="+mn-cs"/>
        </a:defRPr>
      </a:lvl6pPr>
      <a:lvl7pPr marL="1302540" indent="-100195" algn="l" defTabSz="400782" rtl="0" eaLnBrk="1" latinLnBrk="0" hangingPunct="1">
        <a:lnSpc>
          <a:spcPct val="90000"/>
        </a:lnSpc>
        <a:spcBef>
          <a:spcPts val="219"/>
        </a:spcBef>
        <a:buFont typeface="Arial" panose="020B0604020202020204" pitchFamily="34" charset="0"/>
        <a:buChar char="•"/>
        <a:defRPr sz="789" kern="1200">
          <a:solidFill>
            <a:schemeClr val="tx1"/>
          </a:solidFill>
          <a:latin typeface="+mn-lt"/>
          <a:ea typeface="+mn-ea"/>
          <a:cs typeface="+mn-cs"/>
        </a:defRPr>
      </a:lvl7pPr>
      <a:lvl8pPr marL="1502931" indent="-100195" algn="l" defTabSz="400782" rtl="0" eaLnBrk="1" latinLnBrk="0" hangingPunct="1">
        <a:lnSpc>
          <a:spcPct val="90000"/>
        </a:lnSpc>
        <a:spcBef>
          <a:spcPts val="219"/>
        </a:spcBef>
        <a:buFont typeface="Arial" panose="020B0604020202020204" pitchFamily="34" charset="0"/>
        <a:buChar char="•"/>
        <a:defRPr sz="789" kern="1200">
          <a:solidFill>
            <a:schemeClr val="tx1"/>
          </a:solidFill>
          <a:latin typeface="+mn-lt"/>
          <a:ea typeface="+mn-ea"/>
          <a:cs typeface="+mn-cs"/>
        </a:defRPr>
      </a:lvl8pPr>
      <a:lvl9pPr marL="1703321" indent="-100195" algn="l" defTabSz="400782" rtl="0" eaLnBrk="1" latinLnBrk="0" hangingPunct="1">
        <a:lnSpc>
          <a:spcPct val="90000"/>
        </a:lnSpc>
        <a:spcBef>
          <a:spcPts val="219"/>
        </a:spcBef>
        <a:buFont typeface="Arial" panose="020B0604020202020204" pitchFamily="34" charset="0"/>
        <a:buChar char="•"/>
        <a:defRPr sz="7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00782" rtl="0" eaLnBrk="1" latinLnBrk="0" hangingPunct="1">
        <a:defRPr sz="789" kern="1200">
          <a:solidFill>
            <a:schemeClr val="tx1"/>
          </a:solidFill>
          <a:latin typeface="+mn-lt"/>
          <a:ea typeface="+mn-ea"/>
          <a:cs typeface="+mn-cs"/>
        </a:defRPr>
      </a:lvl1pPr>
      <a:lvl2pPr marL="200391" algn="l" defTabSz="400782" rtl="0" eaLnBrk="1" latinLnBrk="0" hangingPunct="1">
        <a:defRPr sz="789" kern="1200">
          <a:solidFill>
            <a:schemeClr val="tx1"/>
          </a:solidFill>
          <a:latin typeface="+mn-lt"/>
          <a:ea typeface="+mn-ea"/>
          <a:cs typeface="+mn-cs"/>
        </a:defRPr>
      </a:lvl2pPr>
      <a:lvl3pPr marL="400782" algn="l" defTabSz="400782" rtl="0" eaLnBrk="1" latinLnBrk="0" hangingPunct="1">
        <a:defRPr sz="789" kern="1200">
          <a:solidFill>
            <a:schemeClr val="tx1"/>
          </a:solidFill>
          <a:latin typeface="+mn-lt"/>
          <a:ea typeface="+mn-ea"/>
          <a:cs typeface="+mn-cs"/>
        </a:defRPr>
      </a:lvl3pPr>
      <a:lvl4pPr marL="601172" algn="l" defTabSz="400782" rtl="0" eaLnBrk="1" latinLnBrk="0" hangingPunct="1">
        <a:defRPr sz="789" kern="1200">
          <a:solidFill>
            <a:schemeClr val="tx1"/>
          </a:solidFill>
          <a:latin typeface="+mn-lt"/>
          <a:ea typeface="+mn-ea"/>
          <a:cs typeface="+mn-cs"/>
        </a:defRPr>
      </a:lvl4pPr>
      <a:lvl5pPr marL="801563" algn="l" defTabSz="400782" rtl="0" eaLnBrk="1" latinLnBrk="0" hangingPunct="1">
        <a:defRPr sz="789" kern="1200">
          <a:solidFill>
            <a:schemeClr val="tx1"/>
          </a:solidFill>
          <a:latin typeface="+mn-lt"/>
          <a:ea typeface="+mn-ea"/>
          <a:cs typeface="+mn-cs"/>
        </a:defRPr>
      </a:lvl5pPr>
      <a:lvl6pPr marL="1001954" algn="l" defTabSz="400782" rtl="0" eaLnBrk="1" latinLnBrk="0" hangingPunct="1">
        <a:defRPr sz="789" kern="1200">
          <a:solidFill>
            <a:schemeClr val="tx1"/>
          </a:solidFill>
          <a:latin typeface="+mn-lt"/>
          <a:ea typeface="+mn-ea"/>
          <a:cs typeface="+mn-cs"/>
        </a:defRPr>
      </a:lvl6pPr>
      <a:lvl7pPr marL="1202345" algn="l" defTabSz="400782" rtl="0" eaLnBrk="1" latinLnBrk="0" hangingPunct="1">
        <a:defRPr sz="789" kern="1200">
          <a:solidFill>
            <a:schemeClr val="tx1"/>
          </a:solidFill>
          <a:latin typeface="+mn-lt"/>
          <a:ea typeface="+mn-ea"/>
          <a:cs typeface="+mn-cs"/>
        </a:defRPr>
      </a:lvl7pPr>
      <a:lvl8pPr marL="1402735" algn="l" defTabSz="400782" rtl="0" eaLnBrk="1" latinLnBrk="0" hangingPunct="1">
        <a:defRPr sz="789" kern="1200">
          <a:solidFill>
            <a:schemeClr val="tx1"/>
          </a:solidFill>
          <a:latin typeface="+mn-lt"/>
          <a:ea typeface="+mn-ea"/>
          <a:cs typeface="+mn-cs"/>
        </a:defRPr>
      </a:lvl8pPr>
      <a:lvl9pPr marL="1603126" algn="l" defTabSz="400782" rtl="0" eaLnBrk="1" latinLnBrk="0" hangingPunct="1">
        <a:defRPr sz="7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962BBC19-D456-4871-903C-D230E3C6D1C1}"/>
              </a:ext>
            </a:extLst>
          </p:cNvPr>
          <p:cNvGrpSpPr/>
          <p:nvPr/>
        </p:nvGrpSpPr>
        <p:grpSpPr>
          <a:xfrm>
            <a:off x="317500" y="774700"/>
            <a:ext cx="10337800" cy="1765588"/>
            <a:chOff x="317500" y="774700"/>
            <a:chExt cx="10337800" cy="1765588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0B329D61-0510-447C-9F7E-24009C6B5C51}"/>
                </a:ext>
              </a:extLst>
            </p:cNvPr>
            <p:cNvSpPr/>
            <p:nvPr/>
          </p:nvSpPr>
          <p:spPr>
            <a:xfrm>
              <a:off x="317500" y="774700"/>
              <a:ext cx="1864360" cy="1054100"/>
            </a:xfrm>
            <a:prstGeom prst="roundRect">
              <a:avLst/>
            </a:prstGeom>
            <a:solidFill>
              <a:srgbClr val="E7E0E7"/>
            </a:solidFill>
            <a:ln w="15240">
              <a:solidFill>
                <a:srgbClr val="465B7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solidFill>
                    <a:srgbClr val="333333"/>
                  </a:solidFill>
                  <a:latin typeface="宋体" panose="02010600030101010101" pitchFamily="2" charset="-122"/>
                </a:rPr>
                <a:t>受控需求源</a:t>
              </a:r>
            </a:p>
          </p:txBody>
        </p:sp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EB1B2921-8034-4CE4-97CD-D6890AF6B168}"/>
                </a:ext>
              </a:extLst>
            </p:cNvPr>
            <p:cNvSpPr/>
            <p:nvPr/>
          </p:nvSpPr>
          <p:spPr>
            <a:xfrm>
              <a:off x="2435860" y="774700"/>
              <a:ext cx="1864360" cy="1054100"/>
            </a:xfrm>
            <a:prstGeom prst="roundRect">
              <a:avLst/>
            </a:prstGeom>
            <a:solidFill>
              <a:srgbClr val="EDF4EE"/>
            </a:solidFill>
            <a:ln w="15240">
              <a:solidFill>
                <a:srgbClr val="465B7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333333"/>
                  </a:solidFill>
                  <a:latin typeface="宋体" panose="02010600030101010101" pitchFamily="2" charset="-122"/>
                </a:rPr>
                <a:t>SRS</a:t>
              </a:r>
              <a:endParaRPr lang="zh-CN" altLang="en-US" sz="1600">
                <a:latin typeface="宋体" panose="02010600030101010101" pitchFamily="2" charset="-122"/>
              </a:endParaRPr>
            </a:p>
          </p:txBody>
        </p: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C1EF0260-BFF1-4045-907A-A32DE011A5D9}"/>
                </a:ext>
              </a:extLst>
            </p:cNvPr>
            <p:cNvCxnSpPr/>
            <p:nvPr/>
          </p:nvCxnSpPr>
          <p:spPr>
            <a:xfrm>
              <a:off x="2181860" y="1301750"/>
              <a:ext cx="254000" cy="0"/>
            </a:xfrm>
            <a:prstGeom prst="straightConnector1">
              <a:avLst/>
            </a:prstGeom>
            <a:ln w="21590">
              <a:solidFill>
                <a:srgbClr val="507B7A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B529EAE5-2C1D-43CA-8024-F51F99D4C879}"/>
                </a:ext>
              </a:extLst>
            </p:cNvPr>
            <p:cNvSpPr/>
            <p:nvPr/>
          </p:nvSpPr>
          <p:spPr>
            <a:xfrm>
              <a:off x="4554220" y="774700"/>
              <a:ext cx="1864360" cy="1054100"/>
            </a:xfrm>
            <a:prstGeom prst="roundRect">
              <a:avLst/>
            </a:prstGeom>
            <a:solidFill>
              <a:srgbClr val="F9F2E6"/>
            </a:solidFill>
            <a:ln w="15240">
              <a:solidFill>
                <a:srgbClr val="465B7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solidFill>
                    <a:srgbClr val="333333"/>
                  </a:solidFill>
                  <a:latin typeface="宋体" panose="02010600030101010101" pitchFamily="2" charset="-122"/>
                </a:rPr>
                <a:t>机器可读 </a:t>
              </a:r>
              <a:r>
                <a:rPr lang="en-US" altLang="zh-CN" sz="1600">
                  <a:solidFill>
                    <a:srgbClr val="333333"/>
                  </a:solidFill>
                  <a:latin typeface="宋体" panose="02010600030101010101" pitchFamily="2" charset="-122"/>
                </a:rPr>
                <a:t>spec</a:t>
              </a:r>
              <a:endParaRPr lang="zh-CN" altLang="en-US" sz="1600">
                <a:latin typeface="宋体" panose="02010600030101010101" pitchFamily="2" charset="-122"/>
              </a:endParaRPr>
            </a:p>
          </p:txBody>
        </p: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FC1E353B-673A-428B-A9CA-19C87BCAFD5D}"/>
                </a:ext>
              </a:extLst>
            </p:cNvPr>
            <p:cNvCxnSpPr/>
            <p:nvPr/>
          </p:nvCxnSpPr>
          <p:spPr>
            <a:xfrm>
              <a:off x="4300220" y="1301750"/>
              <a:ext cx="254000" cy="0"/>
            </a:xfrm>
            <a:prstGeom prst="straightConnector1">
              <a:avLst/>
            </a:prstGeom>
            <a:ln w="21590">
              <a:solidFill>
                <a:srgbClr val="507B7A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6CC42B90-D5ED-41EB-BE83-71C44ADD764F}"/>
                </a:ext>
              </a:extLst>
            </p:cNvPr>
            <p:cNvSpPr/>
            <p:nvPr/>
          </p:nvSpPr>
          <p:spPr>
            <a:xfrm>
              <a:off x="6672580" y="774700"/>
              <a:ext cx="1864360" cy="1054100"/>
            </a:xfrm>
            <a:prstGeom prst="roundRect">
              <a:avLst/>
            </a:prstGeom>
            <a:solidFill>
              <a:srgbClr val="F0EBF2"/>
            </a:solidFill>
            <a:ln w="15240">
              <a:solidFill>
                <a:srgbClr val="465B7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333333"/>
                  </a:solidFill>
                  <a:latin typeface="宋体" panose="02010600030101010101" pitchFamily="2" charset="-122"/>
                </a:rPr>
                <a:t>RTM</a:t>
              </a:r>
              <a:endParaRPr lang="zh-CN" altLang="en-US" sz="1600">
                <a:latin typeface="宋体" panose="02010600030101010101" pitchFamily="2" charset="-122"/>
              </a:endParaRPr>
            </a:p>
          </p:txBody>
        </p: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CFFA2EDF-11EC-4727-95D6-AA9CA3F8B46D}"/>
                </a:ext>
              </a:extLst>
            </p:cNvPr>
            <p:cNvCxnSpPr/>
            <p:nvPr/>
          </p:nvCxnSpPr>
          <p:spPr>
            <a:xfrm>
              <a:off x="6418580" y="1301750"/>
              <a:ext cx="254000" cy="0"/>
            </a:xfrm>
            <a:prstGeom prst="straightConnector1">
              <a:avLst/>
            </a:prstGeom>
            <a:ln w="21590">
              <a:solidFill>
                <a:srgbClr val="507B7A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FF3B4141-3815-466E-8C59-71158CABA4D0}"/>
                </a:ext>
              </a:extLst>
            </p:cNvPr>
            <p:cNvSpPr/>
            <p:nvPr/>
          </p:nvSpPr>
          <p:spPr>
            <a:xfrm>
              <a:off x="8790940" y="774700"/>
              <a:ext cx="1864360" cy="1054100"/>
            </a:xfrm>
            <a:prstGeom prst="roundRect">
              <a:avLst/>
            </a:prstGeom>
            <a:solidFill>
              <a:srgbClr val="E7E0E7"/>
            </a:solidFill>
            <a:ln w="15240">
              <a:solidFill>
                <a:srgbClr val="465B7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solidFill>
                    <a:srgbClr val="333333"/>
                  </a:solidFill>
                  <a:latin typeface="宋体" panose="02010600030101010101" pitchFamily="2" charset="-122"/>
                </a:rPr>
                <a:t>设计</a:t>
              </a:r>
              <a:r>
                <a:rPr lang="en-US" altLang="zh-CN" sz="1600">
                  <a:solidFill>
                    <a:srgbClr val="333333"/>
                  </a:solidFill>
                  <a:latin typeface="宋体" panose="02010600030101010101" pitchFamily="2" charset="-122"/>
                </a:rPr>
                <a:t>/</a:t>
              </a:r>
              <a:r>
                <a:rPr lang="zh-CN" altLang="en-US" sz="1600">
                  <a:solidFill>
                    <a:srgbClr val="333333"/>
                  </a:solidFill>
                  <a:latin typeface="宋体" panose="02010600030101010101" pitchFamily="2" charset="-122"/>
                </a:rPr>
                <a:t>测试证据</a:t>
              </a:r>
            </a:p>
          </p:txBody>
        </p: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88A12F5D-B781-484E-9996-407CF8EF8139}"/>
                </a:ext>
              </a:extLst>
            </p:cNvPr>
            <p:cNvCxnSpPr/>
            <p:nvPr/>
          </p:nvCxnSpPr>
          <p:spPr>
            <a:xfrm>
              <a:off x="8536940" y="1301750"/>
              <a:ext cx="254000" cy="0"/>
            </a:xfrm>
            <a:prstGeom prst="straightConnector1">
              <a:avLst/>
            </a:prstGeom>
            <a:ln w="21590">
              <a:solidFill>
                <a:srgbClr val="507B7A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2F4E5B1-FA1B-4CEC-9372-33B33BCEF6B6}"/>
                </a:ext>
              </a:extLst>
            </p:cNvPr>
            <p:cNvSpPr txBox="1"/>
            <p:nvPr/>
          </p:nvSpPr>
          <p:spPr>
            <a:xfrm>
              <a:off x="368300" y="2247900"/>
              <a:ext cx="10236200" cy="292388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zh-CN" altLang="en-US" sz="1300">
                  <a:solidFill>
                    <a:srgbClr val="636363"/>
                  </a:solidFill>
                  <a:latin typeface="宋体" panose="02010600030101010101" pitchFamily="2" charset="-122"/>
                </a:rPr>
                <a:t>稳定编号和 </a:t>
              </a:r>
              <a:r>
                <a:rPr lang="en-US" altLang="zh-CN" sz="1300">
                  <a:solidFill>
                    <a:srgbClr val="636363"/>
                  </a:solidFill>
                  <a:latin typeface="宋体" panose="02010600030101010101" pitchFamily="2" charset="-122"/>
                </a:rPr>
                <a:t>AC </a:t>
              </a:r>
              <a:r>
                <a:rPr lang="zh-CN" altLang="en-US" sz="1300">
                  <a:solidFill>
                    <a:srgbClr val="636363"/>
                  </a:solidFill>
                  <a:latin typeface="宋体" panose="02010600030101010101" pitchFamily="2" charset="-122"/>
                </a:rPr>
                <a:t>编号贯穿双镜像，任一环节变更均需反向回溯。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3168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Microsoft Office PowerPoint</Application>
  <PresentationFormat>自定义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宋体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宇 严</dc:creator>
  <cp:lastModifiedBy>宇 严</cp:lastModifiedBy>
  <cp:revision>2</cp:revision>
  <dcterms:created xsi:type="dcterms:W3CDTF">2026-09-13T17:42:37Z</dcterms:created>
  <dcterms:modified xsi:type="dcterms:W3CDTF">2026-09-13T17:42:38Z</dcterms:modified>
</cp:coreProperties>
</file>