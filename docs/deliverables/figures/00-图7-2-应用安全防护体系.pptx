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3429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8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B3A55-EB61-4894-A47B-BF3D6C307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61182"/>
            <a:ext cx="6858000" cy="1193800"/>
          </a:xfrm>
        </p:spPr>
        <p:txBody>
          <a:bodyPr anchor="b"/>
          <a:lstStyle>
            <a:lvl1pPr algn="ctr"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80B199-5E03-4DFE-944D-F50C2206F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801019"/>
            <a:ext cx="6858000" cy="827881"/>
          </a:xfrm>
        </p:spPr>
        <p:txBody>
          <a:bodyPr/>
          <a:lstStyle>
            <a:lvl1pPr marL="0" indent="0" algn="ctr">
              <a:buNone/>
              <a:defRPr sz="900"/>
            </a:lvl1pPr>
            <a:lvl2pPr marL="171450" indent="0" algn="ctr">
              <a:buNone/>
              <a:defRPr sz="750"/>
            </a:lvl2pPr>
            <a:lvl3pPr marL="342900" indent="0" algn="ctr">
              <a:buNone/>
              <a:defRPr sz="675"/>
            </a:lvl3pPr>
            <a:lvl4pPr marL="514350" indent="0" algn="ctr">
              <a:buNone/>
              <a:defRPr sz="600"/>
            </a:lvl4pPr>
            <a:lvl5pPr marL="685800" indent="0" algn="ctr">
              <a:buNone/>
              <a:defRPr sz="600"/>
            </a:lvl5pPr>
            <a:lvl6pPr marL="857250" indent="0" algn="ctr">
              <a:buNone/>
              <a:defRPr sz="600"/>
            </a:lvl6pPr>
            <a:lvl7pPr marL="1028700" indent="0" algn="ctr">
              <a:buNone/>
              <a:defRPr sz="600"/>
            </a:lvl7pPr>
            <a:lvl8pPr marL="1200150" indent="0" algn="ctr">
              <a:buNone/>
              <a:defRPr sz="600"/>
            </a:lvl8pPr>
            <a:lvl9pPr marL="1371600" indent="0" algn="ctr">
              <a:buNone/>
              <a:defRPr sz="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DB0805-532F-4B5B-BE63-2C551E32E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A85BA9-D63B-486B-9D69-070E89FA5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E28D31-11BB-49B2-A822-E795B30A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11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23F1E-2D9F-4A53-9353-06D2F37FA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9C9B47-D83F-440F-96E5-AB6B9BACA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679982-A222-421E-813B-3A9849B57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06F93-5F27-4F7B-BC84-BBE124A0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4BB39-BB8C-4A28-AFCD-EF9489785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67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DD979-330D-49EE-B127-68D08A128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54870"/>
            <a:ext cx="7886700" cy="1426369"/>
          </a:xfrm>
        </p:spPr>
        <p:txBody>
          <a:bodyPr anchor="b"/>
          <a:lstStyle>
            <a:lvl1pPr>
              <a:defRPr sz="22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CA9748-95C8-42EF-9EA3-31F93A66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294732"/>
            <a:ext cx="7886700" cy="750094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17145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2pPr>
            <a:lvl3pPr marL="34290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143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6858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8572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0287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2001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3716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0B13E7-7703-425A-B01D-B6E36968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69E716-DB41-4979-A050-07C31497E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32E90F-A76F-44AE-BCCB-EF4769327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34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5F024-C3B3-400B-8AA2-CAC80652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73F5AC-477C-4A35-BF1B-DEBBC452A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1EAF43-526F-4F59-96F5-6EDCBE4D9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912812"/>
            <a:ext cx="3886200" cy="21756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9550A6-1311-4B22-B09F-AB9327D5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1685F0-E6E2-4401-83B0-680CF2EE0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6B3173-38A5-4FD1-B521-35BD5E23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77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0EF98-823B-4C27-8ECF-0690EC49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82563"/>
            <a:ext cx="7886700" cy="6627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A0691C-D6B7-43A2-A820-15042928B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840582"/>
            <a:ext cx="3868340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195942-AD26-4DF9-BF1E-F1B8D90B6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252538"/>
            <a:ext cx="3868340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F18949-3987-4D4C-8715-7023E07E5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840582"/>
            <a:ext cx="3887391" cy="411956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71450" indent="0">
              <a:buNone/>
              <a:defRPr sz="750" b="1"/>
            </a:lvl2pPr>
            <a:lvl3pPr marL="342900" indent="0">
              <a:buNone/>
              <a:defRPr sz="675" b="1"/>
            </a:lvl3pPr>
            <a:lvl4pPr marL="514350" indent="0">
              <a:buNone/>
              <a:defRPr sz="600" b="1"/>
            </a:lvl4pPr>
            <a:lvl5pPr marL="685800" indent="0">
              <a:buNone/>
              <a:defRPr sz="600" b="1"/>
            </a:lvl5pPr>
            <a:lvl6pPr marL="857250" indent="0">
              <a:buNone/>
              <a:defRPr sz="600" b="1"/>
            </a:lvl6pPr>
            <a:lvl7pPr marL="1028700" indent="0">
              <a:buNone/>
              <a:defRPr sz="600" b="1"/>
            </a:lvl7pPr>
            <a:lvl8pPr marL="1200150" indent="0">
              <a:buNone/>
              <a:defRPr sz="600" b="1"/>
            </a:lvl8pPr>
            <a:lvl9pPr marL="1371600" indent="0">
              <a:buNone/>
              <a:defRPr sz="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927181-40A9-4557-B5BF-47ABF65DF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252538"/>
            <a:ext cx="3887391" cy="18422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D8CB41-D93A-4542-9309-B52FA71BE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D046FE-D945-4911-BE9D-F0671577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69D0A0-9B35-4234-9F2F-B2986AA7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CB537-116A-4745-B0D4-5A78BDDD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D761C8-C19E-46DD-B6DF-E7E709B3B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AB4C71-91A6-4732-8667-0DF97264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F4B418-0F65-4461-92CB-8C6E783E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70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7FA019-EC26-479A-8421-42563297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816302-A745-4E58-8FD3-15819DFA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5D5345-0A99-4045-8104-E140B054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5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3D8FB-0AFD-4558-BD6F-B7E19034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090001-EEDB-4C72-8DAE-8406F4A05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A34018-4428-449F-BF93-4A5F43B4C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6B17A7-3D2E-41F5-9FE4-38EAD4ED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4F159E-7DE3-403A-9684-74AC63D7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A9B30F-9C00-44D8-96C8-70F580F01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45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156C2-A84A-4803-BF0B-7F5587C5C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28600"/>
            <a:ext cx="2949178" cy="800100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91FE038-52A1-455F-AD01-2A998C647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93713"/>
            <a:ext cx="4629150" cy="2436813"/>
          </a:xfrm>
        </p:spPr>
        <p:txBody>
          <a:bodyPr/>
          <a:lstStyle>
            <a:lvl1pPr marL="0" indent="0">
              <a:buNone/>
              <a:defRPr sz="1200"/>
            </a:lvl1pPr>
            <a:lvl2pPr marL="171450" indent="0">
              <a:buNone/>
              <a:defRPr sz="1050"/>
            </a:lvl2pPr>
            <a:lvl3pPr marL="342900" indent="0">
              <a:buNone/>
              <a:defRPr sz="900"/>
            </a:lvl3pPr>
            <a:lvl4pPr marL="514350" indent="0">
              <a:buNone/>
              <a:defRPr sz="750"/>
            </a:lvl4pPr>
            <a:lvl5pPr marL="685800" indent="0">
              <a:buNone/>
              <a:defRPr sz="750"/>
            </a:lvl5pPr>
            <a:lvl6pPr marL="857250" indent="0">
              <a:buNone/>
              <a:defRPr sz="750"/>
            </a:lvl6pPr>
            <a:lvl7pPr marL="1028700" indent="0">
              <a:buNone/>
              <a:defRPr sz="750"/>
            </a:lvl7pPr>
            <a:lvl8pPr marL="1200150" indent="0">
              <a:buNone/>
              <a:defRPr sz="750"/>
            </a:lvl8pPr>
            <a:lvl9pPr marL="1371600" indent="0">
              <a:buNone/>
              <a:defRPr sz="75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A00E92-6AC4-455B-BD44-CAAD2B44E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028700"/>
            <a:ext cx="2949178" cy="1905794"/>
          </a:xfrm>
        </p:spPr>
        <p:txBody>
          <a:bodyPr/>
          <a:lstStyle>
            <a:lvl1pPr marL="0" indent="0">
              <a:buNone/>
              <a:defRPr sz="600"/>
            </a:lvl1pPr>
            <a:lvl2pPr marL="171450" indent="0">
              <a:buNone/>
              <a:defRPr sz="525"/>
            </a:lvl2pPr>
            <a:lvl3pPr marL="342900" indent="0">
              <a:buNone/>
              <a:defRPr sz="450"/>
            </a:lvl3pPr>
            <a:lvl4pPr marL="514350" indent="0">
              <a:buNone/>
              <a:defRPr sz="375"/>
            </a:lvl4pPr>
            <a:lvl5pPr marL="685800" indent="0">
              <a:buNone/>
              <a:defRPr sz="375"/>
            </a:lvl5pPr>
            <a:lvl6pPr marL="857250" indent="0">
              <a:buNone/>
              <a:defRPr sz="375"/>
            </a:lvl6pPr>
            <a:lvl7pPr marL="1028700" indent="0">
              <a:buNone/>
              <a:defRPr sz="375"/>
            </a:lvl7pPr>
            <a:lvl8pPr marL="1200150" indent="0">
              <a:buNone/>
              <a:defRPr sz="375"/>
            </a:lvl8pPr>
            <a:lvl9pPr marL="1371600" indent="0">
              <a:buNone/>
              <a:defRPr sz="3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6D8506-4D03-4E4F-AC56-34E4BE925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686053-0B5D-4B6D-BC59-1A694856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F21B6A-61AA-49F6-8271-6BB2D043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70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8C9DA5-A8CB-4973-9C4B-D6625DED2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5D21C9-1FF8-4551-B91C-3362BCCC6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E8E55-963F-4AFD-8AD7-A04E29CD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8E7C14-B617-48C0-83D3-DC32D8001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A9925B-A2BE-40E8-86A5-261ECE68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225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38249FC-42B1-4AA4-A260-BE9DAA923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182563"/>
            <a:ext cx="1971675" cy="290591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38FA03-7B41-4F7F-9C1B-4D45CB3C1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182563"/>
            <a:ext cx="5800725" cy="290591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539D7-A691-46BB-B485-ABCB8610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E10C48-F1D3-401A-A1EB-66DCA930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CAA5F2-2C0B-4E34-94D0-279ACE16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38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F43E6F-75BF-4857-82C6-04E0454FA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3"/>
            <a:ext cx="78867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77E1A-35C1-452E-A026-257503847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912812"/>
            <a:ext cx="788670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3486F-6940-403A-874E-3CBE352B2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86A02-DA5B-45B4-BACD-B14DC2F134D8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9DD882-A210-4C5F-A736-B71B2ED28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3178176"/>
            <a:ext cx="30861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6C2C32-27A4-455B-9550-3B5FD0AF6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3178176"/>
            <a:ext cx="20574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EEAED-6383-4C2C-9F2A-B89C337EA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535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lnSpc>
          <a:spcPct val="90000"/>
        </a:lnSpc>
        <a:spcBef>
          <a:spcPct val="0"/>
        </a:spcBef>
        <a:buNone/>
        <a:defRPr sz="1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" indent="-85725" algn="l" defTabSz="3429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" indent="-85725" algn="l" defTabSz="342900" rtl="0" eaLnBrk="1" latinLnBrk="0" hangingPunct="1">
        <a:lnSpc>
          <a:spcPct val="90000"/>
        </a:lnSpc>
        <a:spcBef>
          <a:spcPts val="188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" algn="l" defTabSz="342900" rtl="0" eaLnBrk="1" latinLnBrk="0" hangingPunct="1">
        <a:defRPr sz="6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56298D-DDEA-4427-97AE-5B46F3927BB7}"/>
              </a:ext>
            </a:extLst>
          </p:cNvPr>
          <p:cNvSpPr txBox="1"/>
          <p:nvPr/>
        </p:nvSpPr>
        <p:spPr>
          <a:xfrm>
            <a:off x="508000" y="147518"/>
            <a:ext cx="8128000" cy="282129"/>
          </a:xfrm>
          <a:prstGeom prst="rect">
            <a:avLst/>
          </a:prstGeom>
          <a:noFill/>
        </p:spPr>
        <p:txBody>
          <a:bodyPr vert="horz" lIns="50800" tIns="25400" rIns="50800" bIns="25400" rtlCol="0" anchor="ctr">
            <a:spAutoFit/>
          </a:bodyPr>
          <a:lstStyle/>
          <a:p>
            <a:pPr algn="ctr"/>
            <a:r>
              <a:rPr lang="zh-CN" altLang="en-US" sz="15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应用安全防护体系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F0E6578-7A01-4419-8E5F-D03D3BFDD7C7}"/>
              </a:ext>
            </a:extLst>
          </p:cNvPr>
          <p:cNvSpPr/>
          <p:nvPr/>
        </p:nvSpPr>
        <p:spPr>
          <a:xfrm>
            <a:off x="381000" y="1054100"/>
            <a:ext cx="1422400" cy="838200"/>
          </a:xfrm>
          <a:prstGeom prst="roundRect">
            <a:avLst/>
          </a:prstGeom>
          <a:solidFill>
            <a:srgbClr val="DCE6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身份与权限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最小授权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角色范围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AA83E6-9367-474B-976F-E6088745261F}"/>
              </a:ext>
            </a:extLst>
          </p:cNvPr>
          <p:cNvSpPr/>
          <p:nvPr/>
        </p:nvSpPr>
        <p:spPr>
          <a:xfrm>
            <a:off x="2133600" y="1054100"/>
            <a:ext cx="1422400" cy="838200"/>
          </a:xfrm>
          <a:prstGeom prst="roundRect">
            <a:avLst/>
          </a:prstGeom>
          <a:solidFill>
            <a:srgbClr val="F2EBDC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接口安全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令牌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加密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限流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5B3556D-ED68-4ED0-B3EE-5F62D89D739A}"/>
              </a:ext>
            </a:extLst>
          </p:cNvPr>
          <p:cNvSpPr/>
          <p:nvPr/>
        </p:nvSpPr>
        <p:spPr>
          <a:xfrm>
            <a:off x="3886200" y="1054100"/>
            <a:ext cx="1422400" cy="838200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数据安全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敏感字段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导出审计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B1AC2B5-2127-4421-B39C-556CBBF333C4}"/>
              </a:ext>
            </a:extLst>
          </p:cNvPr>
          <p:cNvSpPr/>
          <p:nvPr/>
        </p:nvSpPr>
        <p:spPr>
          <a:xfrm>
            <a:off x="5638800" y="1054100"/>
            <a:ext cx="1422400" cy="838200"/>
          </a:xfrm>
          <a:prstGeom prst="roundRect">
            <a:avLst/>
          </a:prstGeom>
          <a:solidFill>
            <a:srgbClr val="FAE5D3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应用安全</a:t>
            </a:r>
          </a:p>
          <a:p>
            <a:pPr algn="ctr"/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扫描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渗透复测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8139A1B-5BDC-4BA5-B835-95600B63DA9A}"/>
              </a:ext>
            </a:extLst>
          </p:cNvPr>
          <p:cNvSpPr/>
          <p:nvPr/>
        </p:nvSpPr>
        <p:spPr>
          <a:xfrm>
            <a:off x="7391400" y="1054100"/>
            <a:ext cx="1422400" cy="83820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运行审计</a:t>
            </a:r>
          </a:p>
          <a:p>
            <a:pPr algn="ctr"/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日志留存</a:t>
            </a:r>
            <a:r>
              <a:rPr lang="en-US" altLang="zh-CN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05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异常告警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D71909B-E3A8-4478-8177-885C5EAA2BF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803400" y="14732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EB1E99F-AD99-48A5-84A3-C97477638A5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56000" y="14732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FCEE71D-DD43-4858-B856-61DE8D452C3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308600" y="14732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BED27BA-1C9C-4C66-B859-E8D4BE20E4C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61200" y="1473200"/>
            <a:ext cx="330200" cy="0"/>
          </a:xfrm>
          <a:prstGeom prst="straightConnector1">
            <a:avLst/>
          </a:prstGeom>
          <a:ln w="16510">
            <a:solidFill>
              <a:srgbClr val="1F3B5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28B9329-9706-45B8-A5ED-4AC5F0461172}"/>
              </a:ext>
            </a:extLst>
          </p:cNvPr>
          <p:cNvSpPr/>
          <p:nvPr/>
        </p:nvSpPr>
        <p:spPr>
          <a:xfrm>
            <a:off x="1079500" y="2374900"/>
            <a:ext cx="6985000" cy="584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000" b="1">
                <a:solidFill>
                  <a:srgbClr val="1F3B5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部署于甲方私有环境；交付前高危漏洞清零，正式第三方等保测评采购不默认属于乙方范围。</a:t>
            </a:r>
          </a:p>
        </p:txBody>
      </p:sp>
    </p:spTree>
    <p:extLst>
      <p:ext uri="{BB962C8B-B14F-4D97-AF65-F5344CB8AC3E}">
        <p14:creationId xmlns:p14="http://schemas.microsoft.com/office/powerpoint/2010/main" val="49774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15801502143@163.com</dc:creator>
  <cp:lastModifiedBy>15801502143@163.com</cp:lastModifiedBy>
  <cp:revision>1</cp:revision>
  <dcterms:created xsi:type="dcterms:W3CDTF">2026-09-12T17:48:50Z</dcterms:created>
  <dcterms:modified xsi:type="dcterms:W3CDTF">2026-09-12T17:48:50Z</dcterms:modified>
</cp:coreProperties>
</file>