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66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32985-ED04-4A75-996E-7CE90C451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1186"/>
            <a:ext cx="9144000" cy="2321278"/>
          </a:xfrm>
        </p:spPr>
        <p:txBody>
          <a:bodyPr anchor="b"/>
          <a:lstStyle>
            <a:lvl1pPr algn="ctr">
              <a:defRPr sz="583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5FFE63-B413-4BD7-B977-9E834D527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1981"/>
            <a:ext cx="9144000" cy="1609769"/>
          </a:xfrm>
        </p:spPr>
        <p:txBody>
          <a:bodyPr/>
          <a:lstStyle>
            <a:lvl1pPr marL="0" indent="0" algn="ctr">
              <a:buNone/>
              <a:defRPr sz="2333"/>
            </a:lvl1pPr>
            <a:lvl2pPr marL="444490" indent="0" algn="ctr">
              <a:buNone/>
              <a:defRPr sz="1944"/>
            </a:lvl2pPr>
            <a:lvl3pPr marL="888980" indent="0" algn="ctr">
              <a:buNone/>
              <a:defRPr sz="1750"/>
            </a:lvl3pPr>
            <a:lvl4pPr marL="1333470" indent="0" algn="ctr">
              <a:buNone/>
              <a:defRPr sz="1556"/>
            </a:lvl4pPr>
            <a:lvl5pPr marL="1777959" indent="0" algn="ctr">
              <a:buNone/>
              <a:defRPr sz="1556"/>
            </a:lvl5pPr>
            <a:lvl6pPr marL="2222449" indent="0" algn="ctr">
              <a:buNone/>
              <a:defRPr sz="1556"/>
            </a:lvl6pPr>
            <a:lvl7pPr marL="2666939" indent="0" algn="ctr">
              <a:buNone/>
              <a:defRPr sz="1556"/>
            </a:lvl7pPr>
            <a:lvl8pPr marL="3111429" indent="0" algn="ctr">
              <a:buNone/>
              <a:defRPr sz="1556"/>
            </a:lvl8pPr>
            <a:lvl9pPr marL="3555919" indent="0" algn="ctr">
              <a:buNone/>
              <a:defRPr sz="155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59F99A-BD5C-4B3F-9EA0-88428F6F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9A9380-CFBF-4237-AE06-4DB2C4D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93DD5-8BA2-437D-9468-139BC42F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65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214B-5E12-4C50-B800-DA024A94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50E8B8-5FA8-4EBD-886E-CDADD0362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DE1B94-693D-46A6-853F-EACC0DCB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4C757-80E7-47D5-81DD-163C5BAE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24B5FB-5F34-42A6-9118-087F1EC9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88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D78FA-3AE3-4ACA-ABD9-5CE0E460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62246"/>
            <a:ext cx="10515600" cy="2773494"/>
          </a:xfrm>
        </p:spPr>
        <p:txBody>
          <a:bodyPr anchor="b"/>
          <a:lstStyle>
            <a:lvl1pPr>
              <a:defRPr sz="583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2BDB7-E067-465D-B4B1-A0D3755EB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1978"/>
            <a:ext cx="10515600" cy="1458515"/>
          </a:xfrm>
        </p:spPr>
        <p:txBody>
          <a:bodyPr/>
          <a:lstStyle>
            <a:lvl1pPr marL="0" indent="0">
              <a:buNone/>
              <a:defRPr sz="2333">
                <a:solidFill>
                  <a:schemeClr val="tx1">
                    <a:tint val="75000"/>
                  </a:schemeClr>
                </a:solidFill>
              </a:defRPr>
            </a:lvl1pPr>
            <a:lvl2pPr marL="444490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2pPr>
            <a:lvl3pPr marL="888980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3pPr>
            <a:lvl4pPr marL="1333470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4pPr>
            <a:lvl5pPr marL="1777959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5pPr>
            <a:lvl6pPr marL="2222449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6pPr>
            <a:lvl7pPr marL="2666939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7pPr>
            <a:lvl8pPr marL="3111429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8pPr>
            <a:lvl9pPr marL="3555919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21F45-7CCF-4ED0-924E-4290EB71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2D6A7-79D7-49A3-99F4-2860B44D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CB8F4C-7BE9-4FE2-BC9A-F86BCF73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21BF6-7667-4AB3-BAD7-E4849EF4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35C0A9-F472-405B-AFF4-C2AE135A3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74913"/>
            <a:ext cx="5181600" cy="42304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EA97E1-83FC-497A-ABAD-77C40CBF2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74913"/>
            <a:ext cx="5181600" cy="42304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A79DA8-7EA5-42C2-A2CD-033952BF4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4A6298-E17E-40AF-A37F-FDE61C2B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529CF6-C886-4F3C-9124-BB1006EF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1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105A1-F645-4CAF-AC7E-25A9858F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54983"/>
            <a:ext cx="10515600" cy="128874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23C74-908D-4CD8-8D02-6008472B9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34464"/>
            <a:ext cx="5157787" cy="801026"/>
          </a:xfrm>
        </p:spPr>
        <p:txBody>
          <a:bodyPr anchor="b"/>
          <a:lstStyle>
            <a:lvl1pPr marL="0" indent="0">
              <a:buNone/>
              <a:defRPr sz="2333" b="1"/>
            </a:lvl1pPr>
            <a:lvl2pPr marL="444490" indent="0">
              <a:buNone/>
              <a:defRPr sz="1944" b="1"/>
            </a:lvl2pPr>
            <a:lvl3pPr marL="888980" indent="0">
              <a:buNone/>
              <a:defRPr sz="1750" b="1"/>
            </a:lvl3pPr>
            <a:lvl4pPr marL="1333470" indent="0">
              <a:buNone/>
              <a:defRPr sz="1556" b="1"/>
            </a:lvl4pPr>
            <a:lvl5pPr marL="1777959" indent="0">
              <a:buNone/>
              <a:defRPr sz="1556" b="1"/>
            </a:lvl5pPr>
            <a:lvl6pPr marL="2222449" indent="0">
              <a:buNone/>
              <a:defRPr sz="1556" b="1"/>
            </a:lvl6pPr>
            <a:lvl7pPr marL="2666939" indent="0">
              <a:buNone/>
              <a:defRPr sz="1556" b="1"/>
            </a:lvl7pPr>
            <a:lvl8pPr marL="3111429" indent="0">
              <a:buNone/>
              <a:defRPr sz="1556" b="1"/>
            </a:lvl8pPr>
            <a:lvl9pPr marL="3555919" indent="0">
              <a:buNone/>
              <a:defRPr sz="15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4AA093-8C90-41F0-91B2-79AAE89D4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35490"/>
            <a:ext cx="5157787" cy="3582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5B3ECC-BCA6-438C-A559-6838949C2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34464"/>
            <a:ext cx="5183188" cy="801026"/>
          </a:xfrm>
        </p:spPr>
        <p:txBody>
          <a:bodyPr anchor="b"/>
          <a:lstStyle>
            <a:lvl1pPr marL="0" indent="0">
              <a:buNone/>
              <a:defRPr sz="2333" b="1"/>
            </a:lvl1pPr>
            <a:lvl2pPr marL="444490" indent="0">
              <a:buNone/>
              <a:defRPr sz="1944" b="1"/>
            </a:lvl2pPr>
            <a:lvl3pPr marL="888980" indent="0">
              <a:buNone/>
              <a:defRPr sz="1750" b="1"/>
            </a:lvl3pPr>
            <a:lvl4pPr marL="1333470" indent="0">
              <a:buNone/>
              <a:defRPr sz="1556" b="1"/>
            </a:lvl4pPr>
            <a:lvl5pPr marL="1777959" indent="0">
              <a:buNone/>
              <a:defRPr sz="1556" b="1"/>
            </a:lvl5pPr>
            <a:lvl6pPr marL="2222449" indent="0">
              <a:buNone/>
              <a:defRPr sz="1556" b="1"/>
            </a:lvl6pPr>
            <a:lvl7pPr marL="2666939" indent="0">
              <a:buNone/>
              <a:defRPr sz="1556" b="1"/>
            </a:lvl7pPr>
            <a:lvl8pPr marL="3111429" indent="0">
              <a:buNone/>
              <a:defRPr sz="1556" b="1"/>
            </a:lvl8pPr>
            <a:lvl9pPr marL="3555919" indent="0">
              <a:buNone/>
              <a:defRPr sz="15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7E4A1B-0F1A-4802-96F5-371E89CC3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35490"/>
            <a:ext cx="5183188" cy="3582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8280B9-272B-40C1-8773-F9D8843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C34BFD-BC48-4036-8819-3BDA3529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EDBBB2-9B2E-4B51-8EEF-37AC1E5E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28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2C37C-6A06-4F47-88A7-6E0876A1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9AC2B8-6DF7-4AC7-BA3C-114E5ECC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6A5E62-1541-476B-9B8F-1338AF1E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B7082D-EF2B-4FEC-AAA8-029A7574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64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53AE35-2160-4749-9B58-A3762057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BC89E3-55FE-47A5-8CD3-50460E9F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42531E-46BD-4BB6-BEDB-ABA5A448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5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B8719-729C-4F2C-A8EB-7826108E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4500"/>
            <a:ext cx="3932237" cy="1555750"/>
          </a:xfrm>
        </p:spPr>
        <p:txBody>
          <a:bodyPr anchor="b"/>
          <a:lstStyle>
            <a:lvl1pPr>
              <a:defRPr sz="311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21A58B-6BAF-46B2-A111-BFB8DC39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59997"/>
            <a:ext cx="6172200" cy="4738247"/>
          </a:xfrm>
        </p:spPr>
        <p:txBody>
          <a:bodyPr/>
          <a:lstStyle>
            <a:lvl1pPr>
              <a:defRPr sz="3111"/>
            </a:lvl1pPr>
            <a:lvl2pPr>
              <a:defRPr sz="2722"/>
            </a:lvl2pPr>
            <a:lvl3pPr>
              <a:defRPr sz="2333"/>
            </a:lvl3pPr>
            <a:lvl4pPr>
              <a:defRPr sz="1944"/>
            </a:lvl4pPr>
            <a:lvl5pPr>
              <a:defRPr sz="1944"/>
            </a:lvl5pPr>
            <a:lvl6pPr>
              <a:defRPr sz="1944"/>
            </a:lvl6pPr>
            <a:lvl7pPr>
              <a:defRPr sz="1944"/>
            </a:lvl7pPr>
            <a:lvl8pPr>
              <a:defRPr sz="1944"/>
            </a:lvl8pPr>
            <a:lvl9pPr>
              <a:defRPr sz="194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1AF54B-34BA-4616-ACB8-291310FE2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00250"/>
            <a:ext cx="3932237" cy="3705711"/>
          </a:xfrm>
        </p:spPr>
        <p:txBody>
          <a:bodyPr/>
          <a:lstStyle>
            <a:lvl1pPr marL="0" indent="0">
              <a:buNone/>
              <a:defRPr sz="1556"/>
            </a:lvl1pPr>
            <a:lvl2pPr marL="444490" indent="0">
              <a:buNone/>
              <a:defRPr sz="1361"/>
            </a:lvl2pPr>
            <a:lvl3pPr marL="888980" indent="0">
              <a:buNone/>
              <a:defRPr sz="1167"/>
            </a:lvl3pPr>
            <a:lvl4pPr marL="1333470" indent="0">
              <a:buNone/>
              <a:defRPr sz="972"/>
            </a:lvl4pPr>
            <a:lvl5pPr marL="1777959" indent="0">
              <a:buNone/>
              <a:defRPr sz="972"/>
            </a:lvl5pPr>
            <a:lvl6pPr marL="2222449" indent="0">
              <a:buNone/>
              <a:defRPr sz="972"/>
            </a:lvl6pPr>
            <a:lvl7pPr marL="2666939" indent="0">
              <a:buNone/>
              <a:defRPr sz="972"/>
            </a:lvl7pPr>
            <a:lvl8pPr marL="3111429" indent="0">
              <a:buNone/>
              <a:defRPr sz="972"/>
            </a:lvl8pPr>
            <a:lvl9pPr marL="3555919" indent="0">
              <a:buNone/>
              <a:defRPr sz="9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14D4D6-5614-48B8-8A28-01E1E6A4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1365A5-874E-4AA1-BCE9-6F07EED5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8E632C-097A-40DA-A207-778A05B9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80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6A41D-BF6D-4116-B612-E6570C19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4500"/>
            <a:ext cx="3932237" cy="1555750"/>
          </a:xfrm>
        </p:spPr>
        <p:txBody>
          <a:bodyPr anchor="b"/>
          <a:lstStyle>
            <a:lvl1pPr>
              <a:defRPr sz="311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67F59B-5813-4703-AE5C-F12CABD0D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59997"/>
            <a:ext cx="6172200" cy="4738247"/>
          </a:xfrm>
        </p:spPr>
        <p:txBody>
          <a:bodyPr/>
          <a:lstStyle>
            <a:lvl1pPr marL="0" indent="0">
              <a:buNone/>
              <a:defRPr sz="3111"/>
            </a:lvl1pPr>
            <a:lvl2pPr marL="444490" indent="0">
              <a:buNone/>
              <a:defRPr sz="2722"/>
            </a:lvl2pPr>
            <a:lvl3pPr marL="888980" indent="0">
              <a:buNone/>
              <a:defRPr sz="2333"/>
            </a:lvl3pPr>
            <a:lvl4pPr marL="1333470" indent="0">
              <a:buNone/>
              <a:defRPr sz="1944"/>
            </a:lvl4pPr>
            <a:lvl5pPr marL="1777959" indent="0">
              <a:buNone/>
              <a:defRPr sz="1944"/>
            </a:lvl5pPr>
            <a:lvl6pPr marL="2222449" indent="0">
              <a:buNone/>
              <a:defRPr sz="1944"/>
            </a:lvl6pPr>
            <a:lvl7pPr marL="2666939" indent="0">
              <a:buNone/>
              <a:defRPr sz="1944"/>
            </a:lvl7pPr>
            <a:lvl8pPr marL="3111429" indent="0">
              <a:buNone/>
              <a:defRPr sz="1944"/>
            </a:lvl8pPr>
            <a:lvl9pPr marL="3555919" indent="0">
              <a:buNone/>
              <a:defRPr sz="194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A28D07-CD4C-4D1D-B026-A2E487F1B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00250"/>
            <a:ext cx="3932237" cy="3705711"/>
          </a:xfrm>
        </p:spPr>
        <p:txBody>
          <a:bodyPr/>
          <a:lstStyle>
            <a:lvl1pPr marL="0" indent="0">
              <a:buNone/>
              <a:defRPr sz="1556"/>
            </a:lvl1pPr>
            <a:lvl2pPr marL="444490" indent="0">
              <a:buNone/>
              <a:defRPr sz="1361"/>
            </a:lvl2pPr>
            <a:lvl3pPr marL="888980" indent="0">
              <a:buNone/>
              <a:defRPr sz="1167"/>
            </a:lvl3pPr>
            <a:lvl4pPr marL="1333470" indent="0">
              <a:buNone/>
              <a:defRPr sz="972"/>
            </a:lvl4pPr>
            <a:lvl5pPr marL="1777959" indent="0">
              <a:buNone/>
              <a:defRPr sz="972"/>
            </a:lvl5pPr>
            <a:lvl6pPr marL="2222449" indent="0">
              <a:buNone/>
              <a:defRPr sz="972"/>
            </a:lvl6pPr>
            <a:lvl7pPr marL="2666939" indent="0">
              <a:buNone/>
              <a:defRPr sz="972"/>
            </a:lvl7pPr>
            <a:lvl8pPr marL="3111429" indent="0">
              <a:buNone/>
              <a:defRPr sz="972"/>
            </a:lvl8pPr>
            <a:lvl9pPr marL="3555919" indent="0">
              <a:buNone/>
              <a:defRPr sz="9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FDFB18-2908-4E79-A3AF-65197C21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357B64-954B-4F7B-83CD-874E8C81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ED708E-BA36-462C-AFDF-B6B0EA93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21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CC024-8D3E-43EC-983C-5BD81BE2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CF9635-EA74-44D6-B3C3-9C62AB102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EEEBE-8B97-4CC8-AA4C-7CA0E31A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9ED00-2D28-4D67-88DB-DFDF58C9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C622C-E653-4E0B-90D8-914092F2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01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5C5A024-8351-4DA3-A8C0-C71A210B3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54983"/>
            <a:ext cx="2628900" cy="56503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5ECCB0-E8C9-4A85-B218-2214733DB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54983"/>
            <a:ext cx="7734300" cy="56503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C78329-6B1D-4D62-B4D2-E93F9338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F680-4B38-4E0D-9A4F-401408AE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AD42D4-4B73-4518-8901-10DC6C5B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8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FC66CE-6ECF-4BEC-B735-F36A70B01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983"/>
            <a:ext cx="10515600" cy="1288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9988EC-5281-4E82-8ED4-044A9CD96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74913"/>
            <a:ext cx="10515600" cy="4230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C8B18-3475-453A-B82D-33CC045FF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9785"/>
            <a:ext cx="2743200" cy="35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948F2-E290-4126-AC91-694D1D89ADD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5A5E13-38EE-4102-8988-83346B913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9785"/>
            <a:ext cx="4114800" cy="35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D7F71-28D2-4F6B-8B91-81CD3FFAD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79785"/>
            <a:ext cx="2743200" cy="35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951B1-EABA-4BFD-9916-E8CAA77E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8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88980" rtl="0" eaLnBrk="1" latinLnBrk="0" hangingPunct="1">
        <a:lnSpc>
          <a:spcPct val="90000"/>
        </a:lnSpc>
        <a:spcBef>
          <a:spcPct val="0"/>
        </a:spcBef>
        <a:buNone/>
        <a:defRPr sz="42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245" indent="-222245" algn="l" defTabSz="888980" rtl="0" eaLnBrk="1" latinLnBrk="0" hangingPunct="1">
        <a:lnSpc>
          <a:spcPct val="90000"/>
        </a:lnSpc>
        <a:spcBef>
          <a:spcPts val="972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1pPr>
      <a:lvl2pPr marL="666735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1111225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55571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4pPr>
      <a:lvl5pPr marL="200020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5pPr>
      <a:lvl6pPr marL="244469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6pPr>
      <a:lvl7pPr marL="288918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7pPr>
      <a:lvl8pPr marL="333367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8pPr>
      <a:lvl9pPr marL="377816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1pPr>
      <a:lvl2pPr marL="44449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88898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7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4pPr>
      <a:lvl5pPr marL="177795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5pPr>
      <a:lvl6pPr marL="222244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6pPr>
      <a:lvl7pPr marL="266693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7pPr>
      <a:lvl8pPr marL="311142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8pPr>
      <a:lvl9pPr marL="355591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75EE3289-3CCC-4D93-B91D-295C6DEA24D4}"/>
              </a:ext>
            </a:extLst>
          </p:cNvPr>
          <p:cNvGrpSpPr/>
          <p:nvPr/>
        </p:nvGrpSpPr>
        <p:grpSpPr>
          <a:xfrm>
            <a:off x="0" y="0"/>
            <a:ext cx="12192000" cy="6667500"/>
            <a:chOff x="0" y="0"/>
            <a:chExt cx="12192000" cy="66675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5F734CA-3617-4755-AC44-E15223BEA9DC}"/>
                </a:ext>
              </a:extLst>
            </p:cNvPr>
            <p:cNvSpPr/>
            <p:nvPr/>
          </p:nvSpPr>
          <p:spPr>
            <a:xfrm>
              <a:off x="0" y="0"/>
              <a:ext cx="12192000" cy="66675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  <a:alpha val="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7F03317-6C78-4819-A862-8531E38D46D6}"/>
                </a:ext>
              </a:extLst>
            </p:cNvPr>
            <p:cNvSpPr txBox="1"/>
            <p:nvPr/>
          </p:nvSpPr>
          <p:spPr>
            <a:xfrm>
              <a:off x="3175000" y="381000"/>
              <a:ext cx="5842000" cy="430887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2200" b="1">
                  <a:latin typeface="Times New Roman" panose="02020603050405020304" pitchFamily="18" charset="0"/>
                  <a:ea typeface="黑体" panose="02010609060101010101" pitchFamily="49" charset="-122"/>
                </a:rPr>
                <a:t>MoSCoW </a:t>
              </a:r>
              <a:r>
                <a:rPr lang="zh-CN" altLang="en-US" sz="2200" b="1">
                  <a:latin typeface="Times New Roman" panose="02020603050405020304" pitchFamily="18" charset="0"/>
                  <a:ea typeface="黑体" panose="02010609060101010101" pitchFamily="49" charset="-122"/>
                </a:rPr>
                <a:t>优先级分布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0E5910A-BBDA-4CE7-9278-13590FEEACCF}"/>
                </a:ext>
              </a:extLst>
            </p:cNvPr>
            <p:cNvSpPr txBox="1"/>
            <p:nvPr/>
          </p:nvSpPr>
          <p:spPr>
            <a:xfrm>
              <a:off x="1079500" y="1270000"/>
              <a:ext cx="1270000" cy="353943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700" b="1">
                  <a:latin typeface="Times New Roman" panose="02020603050405020304" pitchFamily="18" charset="0"/>
                </a:rPr>
                <a:t>Must</a:t>
              </a:r>
              <a:endParaRPr lang="zh-CN" altLang="en-US" sz="1700" b="1">
                <a:latin typeface="Times New Roman" panose="02020603050405020304" pitchFamily="18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B9FEBD5-56C0-40EE-B3DF-50A247521417}"/>
                </a:ext>
              </a:extLst>
            </p:cNvPr>
            <p:cNvSpPr/>
            <p:nvPr/>
          </p:nvSpPr>
          <p:spPr>
            <a:xfrm>
              <a:off x="2476500" y="1270000"/>
              <a:ext cx="5892800" cy="355600"/>
            </a:xfrm>
            <a:prstGeom prst="rect">
              <a:avLst/>
            </a:prstGeom>
            <a:solidFill>
              <a:srgbClr val="69696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2054A20-8A1C-47BF-ACA2-A294CE049213}"/>
                </a:ext>
              </a:extLst>
            </p:cNvPr>
            <p:cNvSpPr txBox="1"/>
            <p:nvPr/>
          </p:nvSpPr>
          <p:spPr>
            <a:xfrm>
              <a:off x="8559800" y="1270000"/>
              <a:ext cx="2921000" cy="33855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29 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条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MVP 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用户故事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038710A-687C-42EE-B339-417F182D59DA}"/>
                </a:ext>
              </a:extLst>
            </p:cNvPr>
            <p:cNvSpPr txBox="1"/>
            <p:nvPr/>
          </p:nvSpPr>
          <p:spPr>
            <a:xfrm>
              <a:off x="1079500" y="2222500"/>
              <a:ext cx="1270000" cy="353943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700" b="1">
                  <a:latin typeface="Times New Roman" panose="02020603050405020304" pitchFamily="18" charset="0"/>
                </a:rPr>
                <a:t>Should</a:t>
              </a:r>
              <a:endParaRPr lang="zh-CN" altLang="en-US" sz="1700" b="1">
                <a:latin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F3E771E-E15D-49E2-A1E1-096D057758F7}"/>
                </a:ext>
              </a:extLst>
            </p:cNvPr>
            <p:cNvSpPr/>
            <p:nvPr/>
          </p:nvSpPr>
          <p:spPr>
            <a:xfrm>
              <a:off x="2476500" y="2222500"/>
              <a:ext cx="1828800" cy="355600"/>
            </a:xfrm>
            <a:prstGeom prst="rect">
              <a:avLst/>
            </a:prstGeom>
            <a:solidFill>
              <a:srgbClr val="AAAAA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EE95CFA-C0A1-4C23-A511-52F95B316224}"/>
                </a:ext>
              </a:extLst>
            </p:cNvPr>
            <p:cNvSpPr txBox="1"/>
            <p:nvPr/>
          </p:nvSpPr>
          <p:spPr>
            <a:xfrm>
              <a:off x="4495800" y="2222500"/>
              <a:ext cx="2921000" cy="33855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9 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条非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MVP 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本期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FR</a:t>
              </a:r>
              <a:endParaRPr lang="zh-CN" altLang="en-US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1A7B015-E980-4A45-95D9-0D254DC69719}"/>
                </a:ext>
              </a:extLst>
            </p:cNvPr>
            <p:cNvSpPr txBox="1"/>
            <p:nvPr/>
          </p:nvSpPr>
          <p:spPr>
            <a:xfrm>
              <a:off x="1079500" y="3175000"/>
              <a:ext cx="1270000" cy="353943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700" b="1">
                  <a:latin typeface="Times New Roman" panose="02020603050405020304" pitchFamily="18" charset="0"/>
                </a:rPr>
                <a:t>Could</a:t>
              </a:r>
              <a:endParaRPr lang="zh-CN" altLang="en-US" sz="1700" b="1">
                <a:latin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631ACA5-C89C-4336-B391-41D73E81BC5C}"/>
                </a:ext>
              </a:extLst>
            </p:cNvPr>
            <p:cNvSpPr/>
            <p:nvPr/>
          </p:nvSpPr>
          <p:spPr>
            <a:xfrm>
              <a:off x="2476500" y="3175000"/>
              <a:ext cx="317500" cy="355600"/>
            </a:xfrm>
            <a:prstGeom prst="rect">
              <a:avLst/>
            </a:prstGeom>
            <a:solidFill>
              <a:srgbClr val="C0C0C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2A31E06-BDD3-424E-99B4-38DA76F5F34F}"/>
                </a:ext>
              </a:extLst>
            </p:cNvPr>
            <p:cNvSpPr txBox="1"/>
            <p:nvPr/>
          </p:nvSpPr>
          <p:spPr>
            <a:xfrm>
              <a:off x="2984500" y="3175000"/>
              <a:ext cx="2921000" cy="33855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条非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MVP 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本期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FR</a:t>
              </a:r>
              <a:endParaRPr lang="zh-CN" altLang="en-US" sz="1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AF9F739-4702-42D3-8FDA-4193D14E83EF}"/>
                </a:ext>
              </a:extLst>
            </p:cNvPr>
            <p:cNvSpPr txBox="1"/>
            <p:nvPr/>
          </p:nvSpPr>
          <p:spPr>
            <a:xfrm>
              <a:off x="1079500" y="4127500"/>
              <a:ext cx="1270000" cy="353943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700" b="1">
                  <a:latin typeface="Times New Roman" panose="02020603050405020304" pitchFamily="18" charset="0"/>
                </a:rPr>
                <a:t>Won't</a:t>
              </a:r>
              <a:endParaRPr lang="zh-CN" altLang="en-US" sz="1700" b="1">
                <a:latin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BF05220-CEB7-4DD3-8479-2FC9012AA98F}"/>
                </a:ext>
              </a:extLst>
            </p:cNvPr>
            <p:cNvSpPr/>
            <p:nvPr/>
          </p:nvSpPr>
          <p:spPr>
            <a:xfrm>
              <a:off x="2476500" y="4127500"/>
              <a:ext cx="25400" cy="355600"/>
            </a:xfrm>
            <a:prstGeom prst="rect">
              <a:avLst/>
            </a:prstGeom>
            <a:solidFill>
              <a:srgbClr val="E6E6E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A33701C-333B-4EBE-BA91-5BA74354F32E}"/>
                </a:ext>
              </a:extLst>
            </p:cNvPr>
            <p:cNvSpPr txBox="1"/>
            <p:nvPr/>
          </p:nvSpPr>
          <p:spPr>
            <a:xfrm>
              <a:off x="2692400" y="4127500"/>
              <a:ext cx="2921000" cy="33855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条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ED05271-BCB9-4EBE-9A65-0929603D154D}"/>
                </a:ext>
              </a:extLst>
            </p:cNvPr>
            <p:cNvSpPr txBox="1"/>
            <p:nvPr/>
          </p:nvSpPr>
          <p:spPr>
            <a:xfrm>
              <a:off x="1016000" y="5778500"/>
              <a:ext cx="10160000" cy="29238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sz="1300">
                  <a:latin typeface="Times New Roman" panose="02020603050405020304" pitchFamily="18" charset="0"/>
                  <a:ea typeface="宋体" panose="02010600030101010101" pitchFamily="2" charset="-122"/>
                </a:rPr>
                <a:t>优先级用于 </a:t>
              </a:r>
              <a:r>
                <a:rPr lang="en-US" altLang="zh-CN" sz="1300">
                  <a:latin typeface="Times New Roman" panose="02020603050405020304" pitchFamily="18" charset="0"/>
                  <a:ea typeface="宋体" panose="02010600030101010101" pitchFamily="2" charset="-122"/>
                </a:rPr>
                <a:t>MVP </a:t>
              </a:r>
              <a:r>
                <a:rPr lang="zh-CN" altLang="en-US" sz="1300">
                  <a:latin typeface="Times New Roman" panose="02020603050405020304" pitchFamily="18" charset="0"/>
                  <a:ea typeface="宋体" panose="02010600030101010101" pitchFamily="2" charset="-122"/>
                </a:rPr>
                <a:t>排期，不减少 </a:t>
              </a:r>
              <a:r>
                <a:rPr lang="en-US" altLang="zh-CN" sz="1300">
                  <a:latin typeface="Times New Roman" panose="02020603050405020304" pitchFamily="18" charset="0"/>
                  <a:ea typeface="宋体" panose="02010600030101010101" pitchFamily="2" charset="-122"/>
                </a:rPr>
                <a:t>39 </a:t>
              </a:r>
              <a:r>
                <a:rPr lang="zh-CN" altLang="en-US" sz="1300">
                  <a:latin typeface="Times New Roman" panose="02020603050405020304" pitchFamily="18" charset="0"/>
                  <a:ea typeface="宋体" panose="02010600030101010101" pitchFamily="2" charset="-122"/>
                </a:rPr>
                <a:t>条 </a:t>
              </a:r>
              <a:r>
                <a:rPr lang="en-US" altLang="zh-CN" sz="1300">
                  <a:latin typeface="Times New Roman" panose="02020603050405020304" pitchFamily="18" charset="0"/>
                  <a:ea typeface="宋体" panose="02010600030101010101" pitchFamily="2" charset="-122"/>
                </a:rPr>
                <a:t>FR </a:t>
              </a:r>
              <a:r>
                <a:rPr lang="zh-CN" altLang="en-US" sz="1300">
                  <a:latin typeface="Times New Roman" panose="02020603050405020304" pitchFamily="18" charset="0"/>
                  <a:ea typeface="宋体" panose="02010600030101010101" pitchFamily="2" charset="-122"/>
                </a:rPr>
                <a:t>的本期实施、测试和验收责任。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14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宇 严</dc:creator>
  <cp:lastModifiedBy>宇 严</cp:lastModifiedBy>
  <cp:revision>1</cp:revision>
  <dcterms:created xsi:type="dcterms:W3CDTF">2026-09-13T17:09:04Z</dcterms:created>
  <dcterms:modified xsi:type="dcterms:W3CDTF">2026-09-13T17:09:04Z</dcterms:modified>
</cp:coreProperties>
</file>