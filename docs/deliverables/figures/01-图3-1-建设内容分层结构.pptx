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A560C-DAC9-46E7-AF51-8B0C17E3D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FBC179-608A-43B8-8CD3-C525F9837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85A76B-782F-4229-BDCA-95A9257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95C07-E3F2-4864-B163-A68D2ECF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5B5EF5-AD5C-47C3-8969-B449D3EC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66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6CDF0-DA02-4D7D-BA85-3A80E6FA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FB83F1-6882-4557-B8FC-2ADD55E41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05873-2606-4380-B353-A1631273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50595-3A62-46A9-A66B-AC0F689A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19964A-2EBE-4F9D-8EA6-AB3B8D6F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72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94737-5944-4368-95D7-7EE58F26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6E9413-58AA-4FEB-9762-959C4EEB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5C750E-B084-4BE4-A668-11EC83A7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6018AD-470E-4A91-A1CF-32F2F07BB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B3B21-C235-44DE-AFB7-CC1649F4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6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24A35-4C08-4323-9A3B-123BB959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28092-C526-4ABF-996B-3508700A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8DA0B6-50CA-4643-9FA7-37E625200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14DF53-5762-4659-82F5-F63CD924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FD8D7-73DF-42FF-AE59-3454C949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C3F372-8AA0-47E2-9829-F6A89971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7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EB73C-E364-4241-A501-50B98EA1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990C7-D9D7-4F65-BF0E-5A6D2661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D4AE22-31CF-425F-8727-E18194886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1F3024-9A1C-4AAB-8444-F47833C9F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2B2350-5AC4-4672-A1C6-8EBCD0AF0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9F00A3-5EC9-4BFE-B9BA-03783AFE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2AAEE6-28DD-48D9-8F24-DDD73BD5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A5EC10-ED98-4437-870E-BFB66579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80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6E29F-4F6E-446E-AD05-E0679FDF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8782F3-8E87-46F1-8EE2-20736AF7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314FCA-AC75-46A0-961C-73B3F237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2DFCE7-6C9F-4C0A-97AA-80740148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5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4A020B-355E-4A12-9849-24A1708D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BA39E2-F545-4518-AE9B-1B34A4CC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4F59B-7C72-4DF4-932B-6C32801C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91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5B605-E48B-4182-9F2D-8D275B39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7ED50-16C5-4926-B59E-3A3089010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D4FDB3-46FD-4121-8A3D-A3D949806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B1BD81-36B9-4192-B974-14BF44C6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2A09AA-B6F3-4D37-BDB2-E48ED226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F5928E-DC95-4C98-8556-1607B407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4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0F0C6-772F-47B8-AC73-ED8F0F85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4593D3-23DC-4A9E-8556-3346D68F8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19F3E-B309-4F46-8C15-931DF170F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352DE-16D3-4ACB-8480-E70E2A1D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74FAB-C223-4880-A357-86E3768A8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FA83C-7AD7-4475-B05E-32B0F609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37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D175B-3FE5-448A-AD54-FEF0618C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D23FD-41B7-4CE3-962E-3700B86DD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69CB59-9582-4644-8A15-0C2A1586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461D3-3F9A-437E-B541-7D8C62C5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50A067-AFE1-4ED3-A999-4B373A3C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63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052427-CFBB-4E6D-B4BC-CCAF66F18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45DA97-B5B3-434B-A7B6-9824EF339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D4B3CA-F62F-4346-AC7F-FCC4B84A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84190-3896-48DA-A2BF-66AF67E5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73145-66D1-4654-91BC-6D5662E4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71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76BF1B-4C1E-45D1-9CBB-5C6D3081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17E43-114B-43AD-92CC-1AF5CAD65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F5368-E19C-45C6-98A2-C66C8D51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77A61-311C-4D89-BA67-2377507F85E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7686F-8DD5-48DE-ACB1-18884A7D8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3C9DF-691A-41D9-8291-2D4AE2A09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A9AD8-70F1-43D6-83C8-42FAB0E43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36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B6A806-B7BF-4111-A548-8A521160AE1F}"/>
              </a:ext>
            </a:extLst>
          </p:cNvPr>
          <p:cNvSpPr txBox="1"/>
          <p:nvPr/>
        </p:nvSpPr>
        <p:spPr>
          <a:xfrm>
            <a:off x="508000" y="1475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建设内容分层结构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AB5BA66-E4CA-4F73-8FF1-1B665FFDCE45}"/>
              </a:ext>
            </a:extLst>
          </p:cNvPr>
          <p:cNvSpPr/>
          <p:nvPr/>
        </p:nvSpPr>
        <p:spPr>
          <a:xfrm>
            <a:off x="1143000" y="660400"/>
            <a:ext cx="6858000" cy="5334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</a:p>
          <a:p>
            <a:pPr algn="ctr"/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 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指挥与管理端　嵌入式 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H5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应急信息与综合安防视图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1D668A-3973-41AD-9058-DCDEF4636974}"/>
              </a:ext>
            </a:extLst>
          </p:cNvPr>
          <p:cNvSpPr/>
          <p:nvPr/>
        </p:nvSpPr>
        <p:spPr>
          <a:xfrm>
            <a:off x="1143000" y="1320800"/>
            <a:ext cx="6858000" cy="5334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业务层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预案　指挥　资源　演练　事件　值班　基础管理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523051-CEC1-4CDC-95F7-208925E0DCBD}"/>
              </a:ext>
            </a:extLst>
          </p:cNvPr>
          <p:cNvSpPr/>
          <p:nvPr/>
        </p:nvSpPr>
        <p:spPr>
          <a:xfrm>
            <a:off x="1143000" y="1981200"/>
            <a:ext cx="6858000" cy="5334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集成层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视频　定位　消息　门禁　地图　物联网　统一中台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D6C9610-B4E8-4130-9594-5D7A7921A25F}"/>
              </a:ext>
            </a:extLst>
          </p:cNvPr>
          <p:cNvSpPr/>
          <p:nvPr/>
        </p:nvSpPr>
        <p:spPr>
          <a:xfrm>
            <a:off x="1143000" y="2641600"/>
            <a:ext cx="6858000" cy="5334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数据与运行保障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私有环境　容器化部署　审计留痕　备份恢复　安全验证</a:t>
            </a:r>
          </a:p>
        </p:txBody>
      </p:sp>
    </p:spTree>
    <p:extLst>
      <p:ext uri="{BB962C8B-B14F-4D97-AF65-F5344CB8AC3E}">
        <p14:creationId xmlns:p14="http://schemas.microsoft.com/office/powerpoint/2010/main" val="43234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2026-09-12T17:48:44Z</dcterms:created>
  <dcterms:modified xsi:type="dcterms:W3CDTF">2026-09-12T17:48:44Z</dcterms:modified>
</cp:coreProperties>
</file>