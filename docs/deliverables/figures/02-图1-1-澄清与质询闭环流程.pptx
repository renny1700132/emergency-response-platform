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3429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88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653717-D421-4AF6-8B1B-0CB7AF25D2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561182"/>
            <a:ext cx="6858000" cy="1193800"/>
          </a:xfrm>
        </p:spPr>
        <p:txBody>
          <a:bodyPr anchor="b"/>
          <a:lstStyle>
            <a:lvl1pPr algn="ctr">
              <a:defRPr sz="225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65104E7-AE61-4838-BFBC-797A2ABF4D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1801019"/>
            <a:ext cx="6858000" cy="827881"/>
          </a:xfrm>
        </p:spPr>
        <p:txBody>
          <a:bodyPr/>
          <a:lstStyle>
            <a:lvl1pPr marL="0" indent="0" algn="ctr">
              <a:buNone/>
              <a:defRPr sz="900"/>
            </a:lvl1pPr>
            <a:lvl2pPr marL="171450" indent="0" algn="ctr">
              <a:buNone/>
              <a:defRPr sz="750"/>
            </a:lvl2pPr>
            <a:lvl3pPr marL="342900" indent="0" algn="ctr">
              <a:buNone/>
              <a:defRPr sz="675"/>
            </a:lvl3pPr>
            <a:lvl4pPr marL="514350" indent="0" algn="ctr">
              <a:buNone/>
              <a:defRPr sz="600"/>
            </a:lvl4pPr>
            <a:lvl5pPr marL="685800" indent="0" algn="ctr">
              <a:buNone/>
              <a:defRPr sz="600"/>
            </a:lvl5pPr>
            <a:lvl6pPr marL="857250" indent="0" algn="ctr">
              <a:buNone/>
              <a:defRPr sz="600"/>
            </a:lvl6pPr>
            <a:lvl7pPr marL="1028700" indent="0" algn="ctr">
              <a:buNone/>
              <a:defRPr sz="600"/>
            </a:lvl7pPr>
            <a:lvl8pPr marL="1200150" indent="0" algn="ctr">
              <a:buNone/>
              <a:defRPr sz="600"/>
            </a:lvl8pPr>
            <a:lvl9pPr marL="1371600" indent="0" algn="ctr">
              <a:buNone/>
              <a:defRPr sz="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49E736-E98A-42E8-8327-1F8A8D473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01B5-8EFD-4809-8A45-7D896C9CD75A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F11AB5-8D27-4671-9186-95723CCC9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BC5B61-6823-4713-9A02-A68F460F8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2C400-F035-4173-8A53-D08804E72D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887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AF643A-0FD8-4583-9C7D-9F0842A3B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E23940-3F96-4F6E-98C5-7C48E22F1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88885C-4E47-47B8-9F86-8F691BAED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01B5-8EFD-4809-8A45-7D896C9CD75A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73E788-39AD-4752-AB21-1F81AD5D3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476DE1-9E49-439F-A0ED-496D3A456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2C400-F035-4173-8A53-D08804E72D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397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226B0C-926C-42F6-8B7F-819E66900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54870"/>
            <a:ext cx="7886700" cy="1426369"/>
          </a:xfrm>
        </p:spPr>
        <p:txBody>
          <a:bodyPr anchor="b"/>
          <a:lstStyle>
            <a:lvl1pPr>
              <a:defRPr sz="225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54DF1A-D732-4128-8938-6D358FC2D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2294732"/>
            <a:ext cx="7886700" cy="750094"/>
          </a:xfrm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  <a:lvl2pPr marL="171450" indent="0">
              <a:buNone/>
              <a:defRPr sz="750">
                <a:solidFill>
                  <a:schemeClr val="tx1">
                    <a:tint val="75000"/>
                  </a:schemeClr>
                </a:solidFill>
              </a:defRPr>
            </a:lvl2pPr>
            <a:lvl3pPr marL="342900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3pPr>
            <a:lvl4pPr marL="51435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4pPr>
            <a:lvl5pPr marL="68580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5pPr>
            <a:lvl6pPr marL="85725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6pPr>
            <a:lvl7pPr marL="102870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7pPr>
            <a:lvl8pPr marL="120015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8pPr>
            <a:lvl9pPr marL="137160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254E4D-7D0A-459F-A28E-3B76437C9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01B5-8EFD-4809-8A45-7D896C9CD75A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7507C1-2151-4BB6-BC73-E5270FC59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BAE14F-6533-43C6-85B1-EEA8A956C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2C400-F035-4173-8A53-D08804E72D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4255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0657EE-8B3A-4608-9B3D-4B7CB802C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943F77-EEF3-4943-9C62-DEA61529BD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912812"/>
            <a:ext cx="3886200" cy="217566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E94F05B-4CDE-409C-8025-36E600E881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912812"/>
            <a:ext cx="3886200" cy="217566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8523760-BA8F-4126-A58B-8A1A24F15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01B5-8EFD-4809-8A45-7D896C9CD75A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12CA42-BFB9-46EA-B86A-66AD040AA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F6B4D7-E485-48B4-A61B-371B3BB2D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2C400-F035-4173-8A53-D08804E72D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5363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645967-588C-4DAE-BA4B-702873877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182563"/>
            <a:ext cx="7886700" cy="66278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770606-0AB9-4B26-B965-844175268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840582"/>
            <a:ext cx="3868340" cy="411956"/>
          </a:xfrm>
        </p:spPr>
        <p:txBody>
          <a:bodyPr anchor="b"/>
          <a:lstStyle>
            <a:lvl1pPr marL="0" indent="0">
              <a:buNone/>
              <a:defRPr sz="900" b="1"/>
            </a:lvl1pPr>
            <a:lvl2pPr marL="171450" indent="0">
              <a:buNone/>
              <a:defRPr sz="750" b="1"/>
            </a:lvl2pPr>
            <a:lvl3pPr marL="342900" indent="0">
              <a:buNone/>
              <a:defRPr sz="675" b="1"/>
            </a:lvl3pPr>
            <a:lvl4pPr marL="514350" indent="0">
              <a:buNone/>
              <a:defRPr sz="600" b="1"/>
            </a:lvl4pPr>
            <a:lvl5pPr marL="685800" indent="0">
              <a:buNone/>
              <a:defRPr sz="600" b="1"/>
            </a:lvl5pPr>
            <a:lvl6pPr marL="857250" indent="0">
              <a:buNone/>
              <a:defRPr sz="600" b="1"/>
            </a:lvl6pPr>
            <a:lvl7pPr marL="1028700" indent="0">
              <a:buNone/>
              <a:defRPr sz="600" b="1"/>
            </a:lvl7pPr>
            <a:lvl8pPr marL="1200150" indent="0">
              <a:buNone/>
              <a:defRPr sz="600" b="1"/>
            </a:lvl8pPr>
            <a:lvl9pPr marL="1371600" indent="0">
              <a:buNone/>
              <a:defRPr sz="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E623CA-8261-4ABA-B526-55BFA6615C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252538"/>
            <a:ext cx="3868340" cy="18422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1F87E5C-288D-4104-9C94-99420E9D29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840582"/>
            <a:ext cx="3887391" cy="411956"/>
          </a:xfrm>
        </p:spPr>
        <p:txBody>
          <a:bodyPr anchor="b"/>
          <a:lstStyle>
            <a:lvl1pPr marL="0" indent="0">
              <a:buNone/>
              <a:defRPr sz="900" b="1"/>
            </a:lvl1pPr>
            <a:lvl2pPr marL="171450" indent="0">
              <a:buNone/>
              <a:defRPr sz="750" b="1"/>
            </a:lvl2pPr>
            <a:lvl3pPr marL="342900" indent="0">
              <a:buNone/>
              <a:defRPr sz="675" b="1"/>
            </a:lvl3pPr>
            <a:lvl4pPr marL="514350" indent="0">
              <a:buNone/>
              <a:defRPr sz="600" b="1"/>
            </a:lvl4pPr>
            <a:lvl5pPr marL="685800" indent="0">
              <a:buNone/>
              <a:defRPr sz="600" b="1"/>
            </a:lvl5pPr>
            <a:lvl6pPr marL="857250" indent="0">
              <a:buNone/>
              <a:defRPr sz="600" b="1"/>
            </a:lvl6pPr>
            <a:lvl7pPr marL="1028700" indent="0">
              <a:buNone/>
              <a:defRPr sz="600" b="1"/>
            </a:lvl7pPr>
            <a:lvl8pPr marL="1200150" indent="0">
              <a:buNone/>
              <a:defRPr sz="600" b="1"/>
            </a:lvl8pPr>
            <a:lvl9pPr marL="1371600" indent="0">
              <a:buNone/>
              <a:defRPr sz="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A534F05-328D-4E31-9911-091CD2E071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252538"/>
            <a:ext cx="3887391" cy="18422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A304C11-A3A2-4093-AA6B-03296B4CE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01B5-8EFD-4809-8A45-7D896C9CD75A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C196201-2E77-47C6-BB4A-B039206B4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871B212-60BB-415A-BC32-6B4732280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2C400-F035-4173-8A53-D08804E72D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270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DA97D3-DA76-4932-9BCF-0C372299A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97291A-C492-4DEC-A2C9-104492996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01B5-8EFD-4809-8A45-7D896C9CD75A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7B06CF8-719B-4B44-8291-AD496FC2F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3E899F-E414-41E2-9DD0-05CA453B9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2C400-F035-4173-8A53-D08804E72D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689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1FE4C40-C895-4860-8E8F-B3B9E6F67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01B5-8EFD-4809-8A45-7D896C9CD75A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368673F-29F0-47C4-9CD9-86FBC825D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DC6047-D3F8-4A19-827A-BF579476F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2C400-F035-4173-8A53-D08804E72D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9656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BA5268-72CC-44B9-A882-3A8489E96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28600"/>
            <a:ext cx="2949178" cy="800100"/>
          </a:xfrm>
        </p:spPr>
        <p:txBody>
          <a:bodyPr anchor="b"/>
          <a:lstStyle>
            <a:lvl1pPr>
              <a:defRPr sz="1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B33474-8FE0-43B0-A9AD-4C17B92A7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493713"/>
            <a:ext cx="4629150" cy="2436813"/>
          </a:xfrm>
        </p:spPr>
        <p:txBody>
          <a:bodyPr/>
          <a:lstStyle>
            <a:lvl1pPr>
              <a:defRPr sz="1200"/>
            </a:lvl1pPr>
            <a:lvl2pPr>
              <a:defRPr sz="1050"/>
            </a:lvl2pPr>
            <a:lvl3pPr>
              <a:defRPr sz="90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211BB43-1A2A-4D2B-947A-FDD584FF3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028700"/>
            <a:ext cx="2949178" cy="1905794"/>
          </a:xfrm>
        </p:spPr>
        <p:txBody>
          <a:bodyPr/>
          <a:lstStyle>
            <a:lvl1pPr marL="0" indent="0">
              <a:buNone/>
              <a:defRPr sz="600"/>
            </a:lvl1pPr>
            <a:lvl2pPr marL="171450" indent="0">
              <a:buNone/>
              <a:defRPr sz="525"/>
            </a:lvl2pPr>
            <a:lvl3pPr marL="342900" indent="0">
              <a:buNone/>
              <a:defRPr sz="450"/>
            </a:lvl3pPr>
            <a:lvl4pPr marL="514350" indent="0">
              <a:buNone/>
              <a:defRPr sz="375"/>
            </a:lvl4pPr>
            <a:lvl5pPr marL="685800" indent="0">
              <a:buNone/>
              <a:defRPr sz="375"/>
            </a:lvl5pPr>
            <a:lvl6pPr marL="857250" indent="0">
              <a:buNone/>
              <a:defRPr sz="375"/>
            </a:lvl6pPr>
            <a:lvl7pPr marL="1028700" indent="0">
              <a:buNone/>
              <a:defRPr sz="375"/>
            </a:lvl7pPr>
            <a:lvl8pPr marL="1200150" indent="0">
              <a:buNone/>
              <a:defRPr sz="375"/>
            </a:lvl8pPr>
            <a:lvl9pPr marL="1371600" indent="0">
              <a:buNone/>
              <a:defRPr sz="3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09E49B-9813-4BF4-A581-66CAC5296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01B5-8EFD-4809-8A45-7D896C9CD75A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5DCD61-0C36-42C2-92CC-24E84B207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645690-DFA9-4532-87D0-47A6ADD06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2C400-F035-4173-8A53-D08804E72D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528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F71681-BC8A-4CC6-87D5-E17138216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28600"/>
            <a:ext cx="2949178" cy="800100"/>
          </a:xfrm>
        </p:spPr>
        <p:txBody>
          <a:bodyPr anchor="b"/>
          <a:lstStyle>
            <a:lvl1pPr>
              <a:defRPr sz="1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E645D58-3285-45E0-973E-09F6136E98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493713"/>
            <a:ext cx="4629150" cy="2436813"/>
          </a:xfrm>
        </p:spPr>
        <p:txBody>
          <a:bodyPr/>
          <a:lstStyle>
            <a:lvl1pPr marL="0" indent="0">
              <a:buNone/>
              <a:defRPr sz="1200"/>
            </a:lvl1pPr>
            <a:lvl2pPr marL="171450" indent="0">
              <a:buNone/>
              <a:defRPr sz="1050"/>
            </a:lvl2pPr>
            <a:lvl3pPr marL="342900" indent="0">
              <a:buNone/>
              <a:defRPr sz="900"/>
            </a:lvl3pPr>
            <a:lvl4pPr marL="514350" indent="0">
              <a:buNone/>
              <a:defRPr sz="750"/>
            </a:lvl4pPr>
            <a:lvl5pPr marL="685800" indent="0">
              <a:buNone/>
              <a:defRPr sz="750"/>
            </a:lvl5pPr>
            <a:lvl6pPr marL="857250" indent="0">
              <a:buNone/>
              <a:defRPr sz="750"/>
            </a:lvl6pPr>
            <a:lvl7pPr marL="1028700" indent="0">
              <a:buNone/>
              <a:defRPr sz="750"/>
            </a:lvl7pPr>
            <a:lvl8pPr marL="1200150" indent="0">
              <a:buNone/>
              <a:defRPr sz="750"/>
            </a:lvl8pPr>
            <a:lvl9pPr marL="1371600" indent="0">
              <a:buNone/>
              <a:defRPr sz="75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05DFEF4-C106-4C1A-A26F-90D74A12AB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028700"/>
            <a:ext cx="2949178" cy="1905794"/>
          </a:xfrm>
        </p:spPr>
        <p:txBody>
          <a:bodyPr/>
          <a:lstStyle>
            <a:lvl1pPr marL="0" indent="0">
              <a:buNone/>
              <a:defRPr sz="600"/>
            </a:lvl1pPr>
            <a:lvl2pPr marL="171450" indent="0">
              <a:buNone/>
              <a:defRPr sz="525"/>
            </a:lvl2pPr>
            <a:lvl3pPr marL="342900" indent="0">
              <a:buNone/>
              <a:defRPr sz="450"/>
            </a:lvl3pPr>
            <a:lvl4pPr marL="514350" indent="0">
              <a:buNone/>
              <a:defRPr sz="375"/>
            </a:lvl4pPr>
            <a:lvl5pPr marL="685800" indent="0">
              <a:buNone/>
              <a:defRPr sz="375"/>
            </a:lvl5pPr>
            <a:lvl6pPr marL="857250" indent="0">
              <a:buNone/>
              <a:defRPr sz="375"/>
            </a:lvl6pPr>
            <a:lvl7pPr marL="1028700" indent="0">
              <a:buNone/>
              <a:defRPr sz="375"/>
            </a:lvl7pPr>
            <a:lvl8pPr marL="1200150" indent="0">
              <a:buNone/>
              <a:defRPr sz="375"/>
            </a:lvl8pPr>
            <a:lvl9pPr marL="1371600" indent="0">
              <a:buNone/>
              <a:defRPr sz="3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364DF8-F87A-45A8-B4DC-A151B7C62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01B5-8EFD-4809-8A45-7D896C9CD75A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DC2248-845B-47CC-AAD0-921D82202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D3BC17-8D51-42D6-9682-4D5AD285C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2C400-F035-4173-8A53-D08804E72D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5623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F89D5-C520-4867-A025-75902B129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E5503D5-A333-4098-AB94-7D1B4E4A9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E22288-1D4C-468D-B779-498C62D88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01B5-8EFD-4809-8A45-7D896C9CD75A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69973C-85C5-4962-92D0-65378523A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BA277B-2DA7-4A84-8962-082F51C21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2C400-F035-4173-8A53-D08804E72D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6179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3FD2E21-605B-44C7-B13C-4C82DD53B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182563"/>
            <a:ext cx="1971675" cy="290591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E56CF7B-6C17-4E76-B0FA-8C808F8CBF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182563"/>
            <a:ext cx="5800725" cy="290591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4D713C-17F6-418E-AEFB-0B6A7CAC7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01B5-8EFD-4809-8A45-7D896C9CD75A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4FC870-F10C-4105-BBBA-C3D2AC298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8FEB69-AE11-447B-8B39-9BD5A0935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2C400-F035-4173-8A53-D08804E72D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7101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E3D67E6-85FD-4D5B-AA86-8E7A0A509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2563"/>
            <a:ext cx="7886700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E38552-5F5D-4635-9504-01C2638C7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912812"/>
            <a:ext cx="7886700" cy="2175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4C88F0-DB88-4129-9F5A-A2699A0449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3178176"/>
            <a:ext cx="20574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001B5-8EFD-4809-8A45-7D896C9CD75A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11CA40-8E14-484A-B7ED-77B4AC4FC0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3178176"/>
            <a:ext cx="30861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BE8CBC-685E-4F20-803F-51CD11176C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3178176"/>
            <a:ext cx="20574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2C400-F035-4173-8A53-D08804E72D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8291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lnSpc>
          <a:spcPct val="90000"/>
        </a:lnSpc>
        <a:spcBef>
          <a:spcPct val="0"/>
        </a:spcBef>
        <a:buNone/>
        <a:defRPr sz="16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5725" indent="-85725" algn="l" defTabSz="3429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286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3pPr>
      <a:lvl4pPr marL="6000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5pPr>
      <a:lvl6pPr marL="9429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6pPr>
      <a:lvl7pPr marL="11144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7pPr>
      <a:lvl8pPr marL="12858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8pPr>
      <a:lvl9pPr marL="14573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3pPr>
      <a:lvl4pPr marL="5143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5pPr>
      <a:lvl6pPr marL="8572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6pPr>
      <a:lvl7pPr marL="10287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7pPr>
      <a:lvl8pPr marL="12001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8pPr>
      <a:lvl9pPr marL="13716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D62B39E-E7B0-4A74-805A-27715016F518}"/>
              </a:ext>
            </a:extLst>
          </p:cNvPr>
          <p:cNvSpPr txBox="1"/>
          <p:nvPr/>
        </p:nvSpPr>
        <p:spPr>
          <a:xfrm>
            <a:off x="508000" y="172918"/>
            <a:ext cx="8128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澄清与质询闭环流程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0179F1C5-90E8-412F-B28A-4C46F8FB3897}"/>
              </a:ext>
            </a:extLst>
          </p:cNvPr>
          <p:cNvSpPr/>
          <p:nvPr/>
        </p:nvSpPr>
        <p:spPr>
          <a:xfrm>
            <a:off x="381000" y="1143000"/>
            <a:ext cx="1422400" cy="762000"/>
          </a:xfrm>
          <a:prstGeom prst="roundRect">
            <a:avLst/>
          </a:prstGeom>
          <a:solidFill>
            <a:srgbClr val="DCE6F2"/>
          </a:solidFill>
          <a:ln w="15240">
            <a:solidFill>
              <a:srgbClr val="1F3B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识别歧义</a:t>
            </a:r>
          </a:p>
          <a:p>
            <a:pPr algn="ctr"/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条款</a:t>
            </a:r>
            <a:r>
              <a:rPr lang="en-US" altLang="zh-CN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指标</a:t>
            </a:r>
            <a:r>
              <a:rPr lang="en-US" altLang="zh-CN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边界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25DAE4F-692A-42AC-8603-169DAFAFE642}"/>
              </a:ext>
            </a:extLst>
          </p:cNvPr>
          <p:cNvSpPr/>
          <p:nvPr/>
        </p:nvSpPr>
        <p:spPr>
          <a:xfrm>
            <a:off x="2133600" y="1143000"/>
            <a:ext cx="1422400" cy="762000"/>
          </a:xfrm>
          <a:prstGeom prst="roundRect">
            <a:avLst/>
          </a:prstGeom>
          <a:solidFill>
            <a:srgbClr val="F2EBDC"/>
          </a:solidFill>
          <a:ln w="15240">
            <a:solidFill>
              <a:srgbClr val="1F3B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书面澄清</a:t>
            </a:r>
          </a:p>
          <a:p>
            <a:pPr algn="ctr"/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课程模拟裁决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C5031B0-BF88-4E94-9C37-868B6B7841BD}"/>
              </a:ext>
            </a:extLst>
          </p:cNvPr>
          <p:cNvSpPr/>
          <p:nvPr/>
        </p:nvSpPr>
        <p:spPr>
          <a:xfrm>
            <a:off x="3886200" y="1143000"/>
            <a:ext cx="1422400" cy="762000"/>
          </a:xfrm>
          <a:prstGeom prst="roundRect">
            <a:avLst/>
          </a:prstGeom>
          <a:solidFill>
            <a:srgbClr val="DCE6F2"/>
          </a:solidFill>
          <a:ln w="15240">
            <a:solidFill>
              <a:srgbClr val="1F3B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冻结解释</a:t>
            </a:r>
          </a:p>
          <a:p>
            <a:pPr algn="ctr"/>
            <a:r>
              <a:rPr lang="en-US" altLang="zh-CN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DEC </a:t>
            </a:r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 </a:t>
            </a:r>
            <a:r>
              <a:rPr lang="en-US" altLang="zh-CN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Baseline</a:t>
            </a:r>
            <a:endParaRPr lang="zh-CN" altLang="en-US" sz="1050" b="1">
              <a:solidFill>
                <a:srgbClr val="1F3B57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EC99C6-5C3D-4BBE-940B-E58F39C7C6EA}"/>
              </a:ext>
            </a:extLst>
          </p:cNvPr>
          <p:cNvSpPr/>
          <p:nvPr/>
        </p:nvSpPr>
        <p:spPr>
          <a:xfrm>
            <a:off x="5638800" y="1143000"/>
            <a:ext cx="1422400" cy="762000"/>
          </a:xfrm>
          <a:prstGeom prst="roundRect">
            <a:avLst/>
          </a:prstGeom>
          <a:solidFill>
            <a:srgbClr val="F2EBDC"/>
          </a:solidFill>
          <a:ln w="15240">
            <a:solidFill>
              <a:srgbClr val="1F3B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方案落实</a:t>
            </a:r>
          </a:p>
          <a:p>
            <a:pPr algn="ctr"/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计划</a:t>
            </a:r>
            <a:r>
              <a:rPr lang="en-US" altLang="zh-CN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风险</a:t>
            </a:r>
            <a:r>
              <a:rPr lang="en-US" altLang="zh-CN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响应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F518AD7-85C8-48DF-A451-915E995F295D}"/>
              </a:ext>
            </a:extLst>
          </p:cNvPr>
          <p:cNvSpPr/>
          <p:nvPr/>
        </p:nvSpPr>
        <p:spPr>
          <a:xfrm>
            <a:off x="7391400" y="1143000"/>
            <a:ext cx="1422400" cy="762000"/>
          </a:xfrm>
          <a:prstGeom prst="roundRect">
            <a:avLst/>
          </a:prstGeom>
          <a:solidFill>
            <a:srgbClr val="E2EFDA"/>
          </a:solidFill>
          <a:ln w="15240">
            <a:solidFill>
              <a:srgbClr val="1F3B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验证归档</a:t>
            </a:r>
          </a:p>
          <a:p>
            <a:pPr algn="ctr"/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里程碑证据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6799F53-DB7F-4E35-BEC5-869F2BB46D6B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1803400" y="1524000"/>
            <a:ext cx="330200" cy="0"/>
          </a:xfrm>
          <a:prstGeom prst="straightConnector1">
            <a:avLst/>
          </a:prstGeom>
          <a:ln w="16510">
            <a:solidFill>
              <a:srgbClr val="1F3B5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F6EA1F29-8128-4F6A-8358-606448673F47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556000" y="1524000"/>
            <a:ext cx="330200" cy="0"/>
          </a:xfrm>
          <a:prstGeom prst="straightConnector1">
            <a:avLst/>
          </a:prstGeom>
          <a:ln w="16510">
            <a:solidFill>
              <a:srgbClr val="1F3B5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EAB6B32B-2901-454E-A0F7-9FA6BCAE28CF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5308600" y="1524000"/>
            <a:ext cx="330200" cy="0"/>
          </a:xfrm>
          <a:prstGeom prst="straightConnector1">
            <a:avLst/>
          </a:prstGeom>
          <a:ln w="16510">
            <a:solidFill>
              <a:srgbClr val="1F3B5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DE565C33-D380-4CE4-8ACE-1BB4DC654C00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7061200" y="1524000"/>
            <a:ext cx="330200" cy="0"/>
          </a:xfrm>
          <a:prstGeom prst="straightConnector1">
            <a:avLst/>
          </a:prstGeom>
          <a:ln w="16510">
            <a:solidFill>
              <a:srgbClr val="1F3B5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F20EEE08-F67D-45CB-80EC-F4308F6EA29A}"/>
              </a:ext>
            </a:extLst>
          </p:cNvPr>
          <p:cNvSpPr txBox="1"/>
          <p:nvPr/>
        </p:nvSpPr>
        <p:spPr>
          <a:xfrm>
            <a:off x="952500" y="2370018"/>
            <a:ext cx="7239000" cy="205184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000">
                <a:solidFill>
                  <a:srgbClr val="C96A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原始需求明确条款始终优先；没有真实证据的事项不得写成已验收。</a:t>
            </a:r>
          </a:p>
        </p:txBody>
      </p:sp>
    </p:spTree>
    <p:extLst>
      <p:ext uri="{BB962C8B-B14F-4D97-AF65-F5344CB8AC3E}">
        <p14:creationId xmlns:p14="http://schemas.microsoft.com/office/powerpoint/2010/main" val="3567795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Office PowerPoint</Application>
  <PresentationFormat>自定义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宋体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15801502143@163.com</dc:creator>
  <cp:lastModifiedBy>15801502143@163.com</cp:lastModifiedBy>
  <cp:revision>1</cp:revision>
  <dcterms:created xsi:type="dcterms:W3CDTF">2026-09-12T17:48:46Z</dcterms:created>
  <dcterms:modified xsi:type="dcterms:W3CDTF">2026-09-12T17:48:46Z</dcterms:modified>
</cp:coreProperties>
</file>