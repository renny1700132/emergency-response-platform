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9b655de8c744f23" /><Relationship Type="http://schemas.openxmlformats.org/officeDocument/2006/relationships/extended-properties" Target="/docProps/app.xml" Id="Rdde53f1a07eb49c7" /><Relationship Type="http://schemas.openxmlformats.org/officeDocument/2006/relationships/officeDocument" Target="/ppt/presentation.xml" Id="R579c6ae1cba2488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e313be1fe1466c"/>
  </p:sldMasterIdLst>
  <p:notesMasterIdLst>
    <p:notesMasterId xmlns:r="http://schemas.openxmlformats.org/officeDocument/2006/relationships" r:id="R249d0d5a454349d3"/>
  </p:notesMasterIdLst>
  <p:sldIdLst>
    <p:sldId xmlns:r="http://schemas.openxmlformats.org/officeDocument/2006/relationships" id="256" r:id="R7d97123dff7b498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88ee7ac75a84f08" /><Relationship Type="http://schemas.openxmlformats.org/officeDocument/2006/relationships/slideMaster" Target="/ppt/slideMasters/slideMaster1.xml" Id="R59e313be1fe1466c" /><Relationship Type="http://schemas.openxmlformats.org/officeDocument/2006/relationships/notesMaster" Target="/ppt/notesMasters/notesMaster1.xml" Id="R249d0d5a454349d3" /><Relationship Type="http://schemas.openxmlformats.org/officeDocument/2006/relationships/presProps" Target="/ppt/presProps.xml" Id="R1b29f76d71a14928" /><Relationship Type="http://schemas.openxmlformats.org/officeDocument/2006/relationships/tableStyles" Target="/ppt/tableStyles.xml" Id="R24c151d073184f7e" /><Relationship Type="http://schemas.openxmlformats.org/officeDocument/2006/relationships/slide" Target="/ppt/slides/slide1.xml" Id="R7d97123dff7b49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df123c10c3400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0279926faa4fd4" /><Relationship Type="http://schemas.openxmlformats.org/officeDocument/2006/relationships/notesMaster" Target="/ppt/notesMasters/notesMaster1.xml" Id="R3cccb99786214c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79becac582426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d681329c4b34de3" /><Relationship Type="http://schemas.openxmlformats.org/officeDocument/2006/relationships/slideLayout" Target="/ppt/slideLayouts/slideLayout1.xml" Id="R241c42b9f8cd477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1c42b9f8cd477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917dfedc1649ae" /><Relationship Type="http://schemas.openxmlformats.org/officeDocument/2006/relationships/notesSlide" Target="/ppt/notesSlides/notesSlide1.xml" Id="Rdfd508b1a11a4c6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E3649DC-520F-4584-8C5F-FC36CB90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11125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项目风险矩阵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AB69C-6B13-4F7D-8F26-23DAC12E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239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风险登记册 v1：概率与影响的优先级分布。风险评分为内部管理判断，计划关联项待 G1-06 Review 后复核。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B3D8FF-22C4-4750-B683-4D8EA42C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B3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1C693E-8D41-4426-BEB1-7AD30EBA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48000"/>
            <a:ext cx="1952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影响 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B31FA2-601F-4BBF-96A5-82239B314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1430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44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概率 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6ED4A2-50D1-4F14-82FE-79AF1FE6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2192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9CD657-6AB5-43F6-9C4F-53265029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2192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88BCF0-1B74-44F6-A4B2-CF68DC65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2192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721CE2-C2DA-4A0B-982A-ADC6A294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2192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38F9BF-B3C7-44DE-AF61-866FE66BF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192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D84BD7-7D6B-415C-ACD8-7BF5BC77B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953000"/>
            <a:ext cx="361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F2CFAD-78C3-4AFC-80F1-BE86C18C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95750"/>
            <a:ext cx="361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C42907-FEA0-4EE1-AFA1-839C59FF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238500"/>
            <a:ext cx="361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23B1A4-978F-49DF-B3C1-B22A335D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81250"/>
            <a:ext cx="361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B9125-7CF6-4FC1-BBF4-D7AD9069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524000"/>
            <a:ext cx="361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A9FE88-9810-40C4-A833-27B51145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95300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AD3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A46FBD-C3EA-45A7-82F3-A2B9D549B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09575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AD3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DC3051-F67E-4E01-9994-6BF6AC6F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23850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AD3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725F10-10C6-4FE5-90EC-DAEF2118E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38125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AD3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9FCBC4-F52D-4CF4-BDD1-10D00D7E8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2400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B9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0E5092-B704-420C-869D-214403869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95300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AD3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C4A50C4-9134-458F-AAB1-0E555921E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09575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AD3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7B7686-FC6F-410D-99A2-C684FE39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B9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1FF815-1CC6-45BE-B0B6-91DDF2052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8125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B9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B01BEF-51E0-4EB5-BA83-AD2903032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52400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78B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4A8BC7-BC22-46EF-99DB-E3AAE130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300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AD3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E2794F-F2D2-4822-A623-5363F81A3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9575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B9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644554-02D3-42C8-9783-7B513911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23850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B9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BA377F-C211-409E-9CFB-FF65D9E3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8125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78B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B729D4-FF8B-4B36-8EEB-0DA3E8EC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52400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78B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B5FA5F6-1CEB-4D69-A28C-B732E3990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95300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AD3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75202A-9732-47F7-B892-FF12D01E0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9575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B9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B60B62C-2A86-4305-B7E3-A79C41FC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23850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78B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5EE8D73-6D34-4239-BFC1-83369E0F2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8125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78B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4ADA215-B2C6-4169-9B6A-56B822206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52400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8BA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27C940-6149-4F17-8FA1-0298C6304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95300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9B9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5CAD750-CB61-4E6D-BB95-F933130F4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78B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E96489-C7AE-4737-8B72-5BDADF5F9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3850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C78B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6D57028-95EB-4063-B392-518EF14B7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8BA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BA908D6-1045-414C-9C47-FE57072E9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24000"/>
            <a:ext cx="857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B8BA"/>
          </a:solidFill>
          <a:ln xmlns:a="http://schemas.openxmlformats.org/drawingml/2006/main" w="9525">
            <a:solidFill>
              <a:srgbClr val="FFFFFF"/>
            </a:solidFill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6CE29FD-5673-4CDD-8B64-05D3EB0DB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57162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R01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3353DCC-3ED0-4B37-925F-6427D8CC0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57162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R02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A005BE-21BC-4B40-8C52-9AEFA9EB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242887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R03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4CB6E87-5999-44E9-973E-DBC76263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R04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B14F3D-4183-46B2-85B9-D6D39D17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42887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R05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06C85A2-CC01-49B4-9977-0E20E2A7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42887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R06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5CB8E82-25EF-4B53-88CF-816E1AF1D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5747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R07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8935F21-F547-45FC-A28B-BBB27D92E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57162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R08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A278096-C948-4078-9CD6-2FF3B1ABE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7162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R09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1AEA3D7-98A2-47D9-8F80-632BA0598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180022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R10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F944C29-3E46-4002-B2CC-6D9CC39E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80022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R11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9D5950-BFD9-462C-942E-334E67DD5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65747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R12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3EEAEFD-2C16-4A6B-9B67-F369A103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80022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R13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A4D8D52-62A2-4182-BB25-5F007690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88607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52D9A31-89D5-41F2-A557-AB004DDA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88607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R15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97F8E95-8AAE-41B8-ADF4-F02C4FFA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800225"/>
            <a:ext cx="371475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2B3A"/>
          </a:solidFill>
          <a:ln xmlns:a="http://schemas.openxmlformats.org/drawingml/2006/main" w="0">
            <a:solidFill>
              <a:srgbClr val="172B3A"/>
            </a:solidFill>
          </a:ln>
        </p:spPr>
        <p:txBody>
          <a:bodyPr xmlns:a="http://schemas.openxmlformats.org/drawingml/2006/main" anchor="ctr">
            <a:normAutofit fontScale="45318"/>
          </a:bodyPr>
          <a:lstStyle xmlns:a="http://schemas.openxmlformats.org/drawingml/2006/main"/>
          <a:p xmlns:a="http://schemas.openxmlformats.org/drawingml/2006/main">
            <a:pPr>
              <a:def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R16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D7096C6-04A9-4D86-B8E2-3DCDCF352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81700"/>
            <a:ext cx="10382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B3A"/>
                </a:solidFill>
                <a:latin typeface="Microsoft YaHei"/>
                <a:ea typeface="Microsoft YaHei"/>
                <a:cs typeface="Microsoft YaHei"/>
              </a:rPr>
              <a:t>等级：1—4 低（绿）　5—9 中（黄）　10—16 高（橙）　17—25 极高（红）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D0619B9-A23E-4B4D-852B-3D5CB6A5C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0"/>
            <a:ext cx="1038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487"/>
          </a:bodyPr>
          <a:lstStyle xmlns:a="http://schemas.openxmlformats.org/drawingml/2006/main"/>
          <a:p xmlns:a="http://schemas.openxmlformats.org/drawingml/2006/main">
            <a:pPr>
              <a:defRPr sz="9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C2C3A"/>
                </a:solidFill>
                <a:latin typeface="Microsoft YaHei"/>
                <a:ea typeface="Microsoft YaHei"/>
                <a:cs typeface="Microsoft YaHei"/>
              </a:rPr>
              <a:t>极高风险 R01、R08、R10、R13 进入每周专项跟踪；触发后按风险登记册启动措施并评估正式里程碑影响。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04A3B5C-368B-4194-A8FF-F7D72DD3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572250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3636"/>
          </a:bodyPr>
          <a:lstStyle xmlns:a="http://schemas.openxmlformats.org/drawingml/2006/main"/>
          <a:p xmlns:a="http://schemas.openxmlformats.org/drawingml/2006/main">
            <a:pPr>
              <a:def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0">
                <a:solidFill>
                  <a:srgbClr val="5D6A75"/>
                </a:solidFill>
                <a:latin typeface="Microsoft YaHei"/>
                <a:ea typeface="Microsoft YaHei"/>
                <a:cs typeface="Microsoft YaHei"/>
              </a:rPr>
              <a:t>图 1-1</a:t>
            </a:r>
          </a:p>
        </p:txBody>
      </p:sp>
    </p:spTree>
    <p:extLst>
      <p:ext uri="{BB962C8B-B14F-4D97-AF65-F5344CB8AC3E}">
        <p14:creationId xmlns:p14="http://schemas.microsoft.com/office/powerpoint/2010/main" val="171929844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2026-09-11T06:27:24.1810000Z</dcterms:created>
  <dcterms:modified xsi:type="dcterms:W3CDTF">2026-09-11T06:27:24.1810000Z</dcterms:modified>
</coreProperties>
</file>