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6994515fa4e66" /><Relationship Type="http://schemas.openxmlformats.org/officeDocument/2006/relationships/extended-properties" Target="/docProps/app.xml" Id="R948c8542090a4520" /><Relationship Type="http://schemas.openxmlformats.org/officeDocument/2006/relationships/officeDocument" Target="/ppt/presentation.xml" Id="R5d8334d27381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2c518ecb374938"/>
  </p:sldMasterIdLst>
  <p:notesMasterIdLst>
    <p:notesMasterId xmlns:r="http://schemas.openxmlformats.org/officeDocument/2006/relationships" r:id="Rf080f0d353c041da"/>
  </p:notesMasterIdLst>
  <p:sldIdLst>
    <p:sldId xmlns:r="http://schemas.openxmlformats.org/officeDocument/2006/relationships" id="256" r:id="R85226d70359c422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97ad48d304e92" /><Relationship Type="http://schemas.openxmlformats.org/officeDocument/2006/relationships/slideMaster" Target="/ppt/slideMasters/slideMaster1.xml" Id="Rc22c518ecb374938" /><Relationship Type="http://schemas.openxmlformats.org/officeDocument/2006/relationships/notesMaster" Target="/ppt/notesMasters/notesMaster1.xml" Id="Rf080f0d353c041da" /><Relationship Type="http://schemas.openxmlformats.org/officeDocument/2006/relationships/presProps" Target="/ppt/presProps.xml" Id="R5c650d8dbfa54285" /><Relationship Type="http://schemas.openxmlformats.org/officeDocument/2006/relationships/tableStyles" Target="/ppt/tableStyles.xml" Id="R00822d5447d140ea" /><Relationship Type="http://schemas.openxmlformats.org/officeDocument/2006/relationships/slide" Target="/ppt/slides/slide1.xml" Id="R85226d70359c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27e4160054f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26d169fe44e26" /><Relationship Type="http://schemas.openxmlformats.org/officeDocument/2006/relationships/notesMaster" Target="/ppt/notesMasters/notesMaster1.xml" Id="Rf2c73ed5c76a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ab68e9374d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e360436724ebd" /><Relationship Type="http://schemas.openxmlformats.org/officeDocument/2006/relationships/slideLayout" Target="/ppt/slideLayouts/slideLayout1.xml" Id="Rd0c6f1f3cef0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6f1f3cef0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86b53ba804535" /><Relationship Type="http://schemas.openxmlformats.org/officeDocument/2006/relationships/notesSlide" Target="/ppt/notesSlides/notesSlide1.xml" Id="R6fd353ebcb0043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87648B-1062-4F6F-8F09-F28BBC2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7650"/>
            <a:ext cx="826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项目风险矩阵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FD056-88D2-409D-BF1F-1203EBC3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风险登记册 v1：概率与影响的优先级分布；计划关联项待 G1-06 Review 后复核。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2E929-0854-4574-A515-BDED989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62025"/>
            <a:ext cx="826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C795F-A18F-4ACA-9CF3-E9E22D7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影响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2A8A5-4E6C-4698-A1C3-A0A7329B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06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概率 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C255F-2F42-4039-BF8D-CA2AF09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4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11556-AD05-4F49-8CD5-A55756B3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14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A960B-F132-4470-93E2-300A1EC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14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828B-C1D6-4F81-BD14-6B58BE7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4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60163-EDB3-4914-86B3-262B46D9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1430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D941F-6056-4E72-8F9E-CE8D27C9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52950"/>
            <a:ext cx="34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73C20-AD1F-4B2A-B383-72B503C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34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1C6C2-7D93-4C9C-A1C1-6B5AB2D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90850"/>
            <a:ext cx="34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330F5-E8EF-42FB-9590-46F14EE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09800"/>
            <a:ext cx="34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C2C01-10F1-4B19-8BCA-9B20858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34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D9D98-5DE7-4A92-AB14-6AB6D7A3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DEABF-6162-4F91-8EE7-DC71911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719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8E8AF-CAC4-4E86-99E2-E3500371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6012A-2127-495A-8C4E-AC8C549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09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56921-8D06-41A8-A750-49C54D76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C4E66-CB84-48F8-96DD-520EC2F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529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450F8-3A8E-4A0D-BC6E-E771C4A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719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F7EBFB-0326-4D36-918B-32D24E57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90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052AA-2F4C-4170-A3AF-AD4742A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09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92399-B0F7-4FDA-99BA-779C53C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28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5D9E1-FC86-49DA-BA55-3C80D27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95E56-5154-4CD6-85CD-59A2038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719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F6AA4-EBAB-4D74-8AE4-FB60E1B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90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D592D-186F-4C1A-A16F-5E445D4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09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605C2-83E9-471D-9E46-D9A856CF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28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A6645-1950-4B07-BFA2-D0B5D89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5529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D3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8B473-D073-4F82-9C15-21E560EB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719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D0652-BC00-4B4E-BB88-43D2732A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90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D493A7-A187-416F-96F4-3E946AE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09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94EDFE-7062-4775-AE28-5AE7F62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28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B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6B2587-D9B5-4EC5-AB05-5687CDB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529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B9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33DFD-4042-4C14-8B2B-376CC69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719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6C1CC9-253B-4E71-B70B-C3C374B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90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8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6D6CBC-9176-40C5-BFC9-180EC98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098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B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B016D-25F3-42AF-AE81-AE029575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287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B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E491E8-1F23-4740-9551-FE72C0F5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763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07C58B-6A37-49A5-A747-96A82A7F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763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7B0EB-6D4A-43C3-A944-073EE7BF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5742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FF2C2D-FC63-4502-BF80-C05FB374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5742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04A607-B518-4A78-937B-7466DC2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5742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7A14D-1D75-42B4-A1C1-60815E4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5742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8D7105-5F27-4CCA-A6C7-A18C70E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7650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221A15-9CD4-4115-BE85-2B1B82C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CCB196-CF7C-49EF-ABDB-3F103FA0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093F98-9CA6-422F-8E64-A35DF925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9545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EA1F77-08A5-4CDB-A071-3CE344F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9545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882EA9-8545-4D22-ACF2-16BB93E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9451E3-EDD5-4C0D-A7F6-D0E5AAD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9545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E42F5F-EC45-42CB-BFB8-A65531C2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955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8B3E93-86EC-476E-B503-1AA48F1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D279CE-FE95-44F4-9EDE-231080B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333375" cy="180975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72B3A"/>
          </a:solidFill>
          <a:ln xmlns:a="http://schemas.openxmlformats.org/drawingml/2006/main" w="0">
            <a:solidFill>
              <a:srgbClr val="172B3A"/>
            </a:solidFill>
          </a:ln>
        </p:spPr>
        <p:txBody>
          <a:bodyPr xmlns:a="http://schemas.openxmlformats.org/drawingml/2006/main" anchor="ctr">
            <a:normAutofit fontScale="40083"/>
          </a:bodyPr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97CFE2-E870-4F67-8FDF-729EE75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等级：1—4 低（绿）　5—9 中（黄）　10—16 高（橙）　17—25 极高（红）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2B2AC0-FC95-4941-A3F3-D4EB174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C2C3A"/>
                </a:solidFill>
                <a:latin typeface="Microsoft YaHei"/>
                <a:ea typeface="Microsoft YaHei"/>
                <a:cs typeface="Microsoft YaHei"/>
              </a:rPr>
              <a:t>极高风险 R01、R08、R10、R13 进入每周专项跟踪；触发后启动措施并评估正式里程碑影响。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21E9EC-D7E6-4A0A-9448-2E31FCA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A75"/>
                </a:solidFill>
                <a:latin typeface="Microsoft YaHei"/>
                <a:ea typeface="Microsoft YaHei"/>
                <a:cs typeface="Microsoft YaHei"/>
              </a:rPr>
              <a:t>图 1-1</a:t>
            </a:r>
          </a:p>
        </p:txBody>
      </p:sp>
    </p:spTree>
    <p:extLst>
      <p:ext uri="{BB962C8B-B14F-4D97-AF65-F5344CB8AC3E}">
        <p14:creationId xmlns:p14="http://schemas.microsoft.com/office/powerpoint/2010/main" val="1897215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2026-09-11T06:52:34.3230000Z</dcterms:created>
  <dcterms:modified xsi:type="dcterms:W3CDTF">2026-09-11T06:52:34.3230000Z</dcterms:modified>
</coreProperties>
</file>